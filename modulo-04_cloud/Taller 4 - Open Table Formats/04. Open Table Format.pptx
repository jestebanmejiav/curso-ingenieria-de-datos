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1"/>
  </p:notesMasterIdLst>
  <p:sldIdLst>
    <p:sldId id="257" r:id="rId5"/>
    <p:sldId id="364" r:id="rId6"/>
    <p:sldId id="368" r:id="rId7"/>
    <p:sldId id="369" r:id="rId8"/>
    <p:sldId id="370" r:id="rId9"/>
    <p:sldId id="371" r:id="rId10"/>
    <p:sldId id="373" r:id="rId11"/>
    <p:sldId id="372" r:id="rId12"/>
    <p:sldId id="374" r:id="rId13"/>
    <p:sldId id="377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375" r:id="rId22"/>
    <p:sldId id="376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278" r:id="rId39"/>
    <p:sldId id="342" r:id="rId40"/>
  </p:sldIdLst>
  <p:sldSz cx="18288000" cy="10287000"/>
  <p:notesSz cx="6858000" cy="9144000"/>
  <p:embeddedFontLst>
    <p:embeddedFont>
      <p:font typeface="Poppins" panose="00000500000000000000" pitchFamily="2" charset="0"/>
      <p:regular r:id="rId42"/>
      <p:bold r:id="rId43"/>
      <p:italic r:id="rId44"/>
      <p:boldItalic r:id="rId45"/>
    </p:embeddedFont>
    <p:embeddedFont>
      <p:font typeface="Poppins 1 Bold" panose="020B0604020202020204" charset="0"/>
      <p:regular r:id="rId46"/>
    </p:embeddedFont>
    <p:embeddedFont>
      <p:font typeface="Poppins 2" panose="020B0604020202020204" charset="0"/>
      <p:regular r:id="rId47"/>
    </p:embeddedFont>
    <p:embeddedFont>
      <p:font typeface="Poppins 3" panose="020B0604020202020204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DAAD6B21-47CC-44A5-8E5F-E46870BC21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5C09045-8CD3-4415-8C43-4DB3BA7B3C6C}" type="pres">
      <dgm:prSet presAssocID="{DAAD6B21-47CC-44A5-8E5F-E46870BC210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E616BCA0-F1DC-416C-8EAE-7E08C73E37A1}" type="presOf" srcId="{DAAD6B21-47CC-44A5-8E5F-E46870BC2104}" destId="{35C09045-8CD3-4415-8C43-4DB3BA7B3C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5.sv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9.png"/><Relationship Id="rId5" Type="http://schemas.openxmlformats.org/officeDocument/2006/relationships/diagramData" Target="../diagrams/data2.xml"/><Relationship Id="rId10" Type="http://schemas.openxmlformats.org/officeDocument/2006/relationships/image" Target="../media/image8.png"/><Relationship Id="rId4" Type="http://schemas.openxmlformats.org/officeDocument/2006/relationships/image" Target="../media/image5.sv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10.png"/><Relationship Id="rId4" Type="http://schemas.openxmlformats.org/officeDocument/2006/relationships/image" Target="../media/image5.svg"/><Relationship Id="rId9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5.sv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5.sv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10" Type="http://schemas.openxmlformats.org/officeDocument/2006/relationships/image" Target="../media/image12.png"/><Relationship Id="rId4" Type="http://schemas.openxmlformats.org/officeDocument/2006/relationships/image" Target="../media/image5.svg"/><Relationship Id="rId9" Type="http://schemas.microsoft.com/office/2007/relationships/diagramDrawing" Target="../diagrams/drawing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10" Type="http://schemas.openxmlformats.org/officeDocument/2006/relationships/image" Target="../media/image13.png"/><Relationship Id="rId4" Type="http://schemas.openxmlformats.org/officeDocument/2006/relationships/image" Target="../media/image5.svg"/><Relationship Id="rId9" Type="http://schemas.microsoft.com/office/2007/relationships/diagramDrawing" Target="../diagrams/drawing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10" Type="http://schemas.openxmlformats.org/officeDocument/2006/relationships/image" Target="../media/image14.png"/><Relationship Id="rId4" Type="http://schemas.openxmlformats.org/officeDocument/2006/relationships/image" Target="../media/image5.svg"/><Relationship Id="rId9" Type="http://schemas.microsoft.com/office/2007/relationships/diagramDrawing" Target="../diagrams/drawing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10" Type="http://schemas.openxmlformats.org/officeDocument/2006/relationships/image" Target="../media/image15.png"/><Relationship Id="rId4" Type="http://schemas.openxmlformats.org/officeDocument/2006/relationships/image" Target="../media/image5.svg"/><Relationship Id="rId9" Type="http://schemas.microsoft.com/office/2007/relationships/diagramDrawing" Target="../diagrams/drawing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5.svg"/><Relationship Id="rId9" Type="http://schemas.microsoft.com/office/2007/relationships/diagramDrawing" Target="../diagrams/drawing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5.svg"/><Relationship Id="rId9" Type="http://schemas.microsoft.com/office/2007/relationships/diagramDrawing" Target="../diagrams/drawing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5.svg"/><Relationship Id="rId9" Type="http://schemas.microsoft.com/office/2007/relationships/diagramDrawing" Target="../diagrams/drawing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4.xml"/><Relationship Id="rId5" Type="http://schemas.openxmlformats.org/officeDocument/2006/relationships/diagramData" Target="../diagrams/data14.xml"/><Relationship Id="rId4" Type="http://schemas.openxmlformats.org/officeDocument/2006/relationships/image" Target="../media/image5.svg"/><Relationship Id="rId9" Type="http://schemas.microsoft.com/office/2007/relationships/diagramDrawing" Target="../diagrams/drawing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5.svg"/><Relationship Id="rId9" Type="http://schemas.microsoft.com/office/2007/relationships/diagramDrawing" Target="../diagrams/drawing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6.xml"/><Relationship Id="rId5" Type="http://schemas.openxmlformats.org/officeDocument/2006/relationships/diagramData" Target="../diagrams/data16.xml"/><Relationship Id="rId10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microsoft.com/office/2007/relationships/diagramDrawing" Target="../diagrams/drawing1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7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7.xml"/><Relationship Id="rId5" Type="http://schemas.openxmlformats.org/officeDocument/2006/relationships/diagramData" Target="../diagrams/data17.xml"/><Relationship Id="rId10" Type="http://schemas.openxmlformats.org/officeDocument/2006/relationships/image" Target="../media/image17.png"/><Relationship Id="rId4" Type="http://schemas.openxmlformats.org/officeDocument/2006/relationships/image" Target="../media/image5.svg"/><Relationship Id="rId9" Type="http://schemas.microsoft.com/office/2007/relationships/diagramDrawing" Target="../diagrams/drawing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8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8.xml"/><Relationship Id="rId5" Type="http://schemas.openxmlformats.org/officeDocument/2006/relationships/diagramData" Target="../diagrams/data18.xml"/><Relationship Id="rId4" Type="http://schemas.openxmlformats.org/officeDocument/2006/relationships/image" Target="../media/image5.svg"/><Relationship Id="rId9" Type="http://schemas.microsoft.com/office/2007/relationships/diagramDrawing" Target="../diagrams/drawing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9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9.xml"/><Relationship Id="rId5" Type="http://schemas.openxmlformats.org/officeDocument/2006/relationships/diagramData" Target="../diagrams/data19.xml"/><Relationship Id="rId4" Type="http://schemas.openxmlformats.org/officeDocument/2006/relationships/image" Target="../media/image5.svg"/><Relationship Id="rId9" Type="http://schemas.microsoft.com/office/2007/relationships/diagramDrawing" Target="../diagrams/drawing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0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0.xml"/><Relationship Id="rId5" Type="http://schemas.openxmlformats.org/officeDocument/2006/relationships/diagramData" Target="../diagrams/data20.xml"/><Relationship Id="rId4" Type="http://schemas.openxmlformats.org/officeDocument/2006/relationships/image" Target="../media/image5.svg"/><Relationship Id="rId9" Type="http://schemas.microsoft.com/office/2007/relationships/diagramDrawing" Target="../diagrams/drawing2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1.xml"/><Relationship Id="rId5" Type="http://schemas.openxmlformats.org/officeDocument/2006/relationships/diagramData" Target="../diagrams/data21.xml"/><Relationship Id="rId4" Type="http://schemas.openxmlformats.org/officeDocument/2006/relationships/image" Target="../media/image5.svg"/><Relationship Id="rId9" Type="http://schemas.microsoft.com/office/2007/relationships/diagramDrawing" Target="../diagrams/drawing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2.xml"/><Relationship Id="rId5" Type="http://schemas.openxmlformats.org/officeDocument/2006/relationships/diagramData" Target="../diagrams/data22.xml"/><Relationship Id="rId4" Type="http://schemas.openxmlformats.org/officeDocument/2006/relationships/image" Target="../media/image5.svg"/><Relationship Id="rId9" Type="http://schemas.microsoft.com/office/2007/relationships/diagramDrawing" Target="../diagrams/drawing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3.xml"/><Relationship Id="rId5" Type="http://schemas.openxmlformats.org/officeDocument/2006/relationships/diagramData" Target="../diagrams/data23.xml"/><Relationship Id="rId4" Type="http://schemas.openxmlformats.org/officeDocument/2006/relationships/image" Target="../media/image5.svg"/><Relationship Id="rId9" Type="http://schemas.microsoft.com/office/2007/relationships/diagramDrawing" Target="../diagrams/drawing2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4.xml"/><Relationship Id="rId5" Type="http://schemas.openxmlformats.org/officeDocument/2006/relationships/diagramData" Target="../diagrams/data24.xml"/><Relationship Id="rId4" Type="http://schemas.openxmlformats.org/officeDocument/2006/relationships/image" Target="../media/image5.svg"/><Relationship Id="rId9" Type="http://schemas.microsoft.com/office/2007/relationships/diagramDrawing" Target="../diagrams/drawing2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5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5.xml"/><Relationship Id="rId5" Type="http://schemas.openxmlformats.org/officeDocument/2006/relationships/diagramData" Target="../diagrams/data25.xml"/><Relationship Id="rId4" Type="http://schemas.openxmlformats.org/officeDocument/2006/relationships/image" Target="../media/image5.svg"/><Relationship Id="rId9" Type="http://schemas.microsoft.com/office/2007/relationships/diagramDrawing" Target="../diagrams/drawing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6.xml"/><Relationship Id="rId5" Type="http://schemas.openxmlformats.org/officeDocument/2006/relationships/diagramData" Target="../diagrams/data26.xml"/><Relationship Id="rId4" Type="http://schemas.openxmlformats.org/officeDocument/2006/relationships/image" Target="../media/image5.svg"/><Relationship Id="rId9" Type="http://schemas.microsoft.com/office/2007/relationships/diagramDrawing" Target="../diagrams/drawing2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7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7.xml"/><Relationship Id="rId5" Type="http://schemas.openxmlformats.org/officeDocument/2006/relationships/diagramData" Target="../diagrams/data27.xml"/><Relationship Id="rId4" Type="http://schemas.openxmlformats.org/officeDocument/2006/relationships/image" Target="../media/image5.svg"/><Relationship Id="rId9" Type="http://schemas.microsoft.com/office/2007/relationships/diagramDrawing" Target="../diagrams/drawing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8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8.xml"/><Relationship Id="rId5" Type="http://schemas.openxmlformats.org/officeDocument/2006/relationships/diagramData" Target="../diagrams/data28.xml"/><Relationship Id="rId4" Type="http://schemas.openxmlformats.org/officeDocument/2006/relationships/image" Target="../media/image5.svg"/><Relationship Id="rId9" Type="http://schemas.microsoft.com/office/2007/relationships/diagramDrawing" Target="../diagrams/drawing2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9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9.xml"/><Relationship Id="rId5" Type="http://schemas.openxmlformats.org/officeDocument/2006/relationships/diagramData" Target="../diagrams/data29.xml"/><Relationship Id="rId4" Type="http://schemas.openxmlformats.org/officeDocument/2006/relationships/image" Target="../media/image5.svg"/><Relationship Id="rId9" Type="http://schemas.microsoft.com/office/2007/relationships/diagramDrawing" Target="../diagrams/drawing2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0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0.xml"/><Relationship Id="rId5" Type="http://schemas.openxmlformats.org/officeDocument/2006/relationships/diagramData" Target="../diagrams/data30.xml"/><Relationship Id="rId4" Type="http://schemas.openxmlformats.org/officeDocument/2006/relationships/image" Target="../media/image5.svg"/><Relationship Id="rId9" Type="http://schemas.microsoft.com/office/2007/relationships/diagramDrawing" Target="../diagrams/drawing3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1.xml"/><Relationship Id="rId5" Type="http://schemas.openxmlformats.org/officeDocument/2006/relationships/diagramData" Target="../diagrams/data31.xml"/><Relationship Id="rId4" Type="http://schemas.openxmlformats.org/officeDocument/2006/relationships/image" Target="../media/image5.svg"/><Relationship Id="rId9" Type="http://schemas.microsoft.com/office/2007/relationships/diagramDrawing" Target="../diagrams/drawing3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2.xml"/><Relationship Id="rId5" Type="http://schemas.openxmlformats.org/officeDocument/2006/relationships/diagramData" Target="../diagrams/data32.xml"/><Relationship Id="rId4" Type="http://schemas.openxmlformats.org/officeDocument/2006/relationships/image" Target="../media/image5.svg"/><Relationship Id="rId9" Type="http://schemas.microsoft.com/office/2007/relationships/diagramDrawing" Target="../diagrams/drawing3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nyoi.co/" TargetMode="External"/><Relationship Id="rId13" Type="http://schemas.openxmlformats.org/officeDocument/2006/relationships/image" Target="../media/image23.svg"/><Relationship Id="rId3" Type="http://schemas.openxmlformats.org/officeDocument/2006/relationships/image" Target="../media/image5.sv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hyperlink" Target="http://www.enyoi.co" TargetMode="External"/><Relationship Id="rId5" Type="http://schemas.openxmlformats.org/officeDocument/2006/relationships/hyperlink" Target="https://wa.me/573206649412" TargetMode="External"/><Relationship Id="rId15" Type="http://schemas.openxmlformats.org/officeDocument/2006/relationships/hyperlink" Target="https://www.tiktok.com/@enyoi.co" TargetMode="External"/><Relationship Id="rId10" Type="http://schemas.openxmlformats.org/officeDocument/2006/relationships/image" Target="../media/image21.svg"/><Relationship Id="rId4" Type="http://schemas.openxmlformats.org/officeDocument/2006/relationships/hyperlink" Target="mailto:eduardo.tamayo@enyoi.co" TargetMode="External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1465" y="4619586"/>
            <a:ext cx="8321721" cy="1547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s-CO" sz="4350" b="1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Open Table </a:t>
            </a:r>
            <a:r>
              <a:rPr lang="es-CO" sz="4350" b="1" dirty="0" err="1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Formats</a:t>
            </a:r>
            <a:endParaRPr lang="es-CO" sz="4350" b="1" dirty="0">
              <a:solidFill>
                <a:srgbClr val="700A89"/>
              </a:solidFill>
              <a:latin typeface="Poppins" panose="00000500000000000000" pitchFamily="2" charset="0"/>
              <a:cs typeface="Poppins" panose="00000500000000000000" pitchFamily="2" charset="0"/>
              <a:sym typeface="Poppins 1 Bold"/>
            </a:endParaRPr>
          </a:p>
          <a:p>
            <a:pPr algn="ctr">
              <a:lnSpc>
                <a:spcPts val="6159"/>
              </a:lnSpc>
              <a:spcBef>
                <a:spcPct val="0"/>
              </a:spcBef>
            </a:pPr>
            <a:endParaRPr lang="es-CO" sz="4350" b="1" noProof="0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F1CD-4E38-4E26-1D42-317CD9F6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96C390-D8AB-7C8B-6B2A-8DAFCBCBF92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1218F8E-9131-9724-939C-A56BE378961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93D0780-7333-ECD9-6E93-E1D079A86FA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D30E8E8-D1AF-D396-D19A-26B52BE19AA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FA3179A-C40A-3B4A-E555-5298EF213E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5B4457D-08B7-472F-0A05-2B43046E72C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AA586BA-B551-572D-7339-C948EAA02AA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F0BAA6B-2BFC-D21F-2A99-A6655708753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05F1EAF-16C1-88D5-1DF0-22CFE6D630D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C5B15E0-9CFF-0343-DB33-92FA9F73CC2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21">
            <a:extLst>
              <a:ext uri="{FF2B5EF4-FFF2-40B4-BE49-F238E27FC236}">
                <a16:creationId xmlns:a16="http://schemas.microsoft.com/office/drawing/2014/main" id="{6071FE2B-374E-5B93-6E69-49D569F92844}"/>
              </a:ext>
            </a:extLst>
          </p:cNvPr>
          <p:cNvSpPr/>
          <p:nvPr/>
        </p:nvSpPr>
        <p:spPr>
          <a:xfrm>
            <a:off x="547034" y="6667500"/>
            <a:ext cx="3796365" cy="3512711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56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1C7F-ECA8-A1DF-3713-25F8C56A8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9C5689-FB63-14D3-B867-1B86F4AD8BD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5408F2-1AC1-6183-2A57-9E19847D154C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C950511-4C7B-902D-88BB-C4D0F61D61A4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6C01C70-A771-B921-FBE0-E7C5382F8CE8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919111B-96A8-C38C-3629-A8EF5700B13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F060778-99F2-D63A-321E-36009F0ECD2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F6B232C-93F3-002B-64F8-6E54D46A78D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D7FBD09-6BB2-2DDF-3D03-F9F805E74C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7F13284-1DB1-F8D1-A5E7-63AA009EF67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A6E66FF-B32E-B7CD-19C0-9AE6208C269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6A5A611-C28D-A479-9E17-A8FF1999CD6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DC15416-1D0E-5C16-D5D6-E141CD3D962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24E41F8-F57D-39B1-4014-0CB6BD4300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3560C88E-FC97-3777-0BED-1E20166FE1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793417"/>
              </p:ext>
            </p:extLst>
          </p:nvPr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7" name="Imagen 1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D50DBEA-147F-73DC-8C8F-DBD398D357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857500"/>
            <a:ext cx="8207833" cy="499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7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6A6A-D506-8653-2BDD-93040682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644A22-8F53-D63F-51BA-B9AC77C339D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42512D2-E882-71F1-2133-26533A979820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90163DC-F11F-AB79-BFE7-15A6F72382B7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2F630A-B79F-F992-2FA2-D716D6DC5CE2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FA68604-A1C7-C841-3BA0-4B321FC8729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F446F9C-B945-CE62-FAB1-80F344893F0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F16B2B4-F4C3-12F7-8BAD-7260FFBEC2A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9B57F3B-A9B7-7FF6-E96C-B38B24982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A31470F-896E-131A-D474-FD669D9CB61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547024A-0845-1CAF-3C66-0A22D82C673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157017D-6F12-AB98-3BC0-02C28044F56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F1A8575-6AA4-5C30-1AA4-D02388C3DA4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D0889B6-9FA3-DB20-CB9B-4090C838BA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C5F440E7-B4C5-CA65-6510-DE62463A0587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871E77E8-4C7E-FE7C-FE93-D9D11E12BD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7400" y="2256034"/>
            <a:ext cx="7422010" cy="6705600"/>
          </a:xfrm>
          <a:prstGeom prst="rect">
            <a:avLst/>
          </a:prstGeom>
        </p:spPr>
      </p:pic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C658A818-E478-23F3-5957-1BE5FE257A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3390900"/>
            <a:ext cx="3458244" cy="36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3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636A-B91C-698D-5684-3D2E0897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944A94-976B-417D-DF64-BD0392BCEC2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FB4F43-77EE-C606-CF16-BF669EF22EE6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5F1684E-47BE-04BF-62EF-E117743622FB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E0E1A6-28CC-CD57-E211-C65222DA330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0552635-CD02-1FC3-FC45-7C8D4AFDF2A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AF25888-4893-830A-BD1E-EC750A279F5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1F6326B-8FD9-5CCE-4E78-F67E7A6AFCE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31934EA-7680-ABB7-86FB-2F704F03E6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881F7E2-FBE9-2999-B5CE-5B1CBB19419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AB163EE-DD42-F919-1395-18246C31AA1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9062125-BB3E-4C41-EA0F-B8CD1B497F6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C8D4199-4268-0C9F-20F8-0566CBF80B1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7EA2AE-247C-6E44-18DC-42B0D95BF3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AD3B9001-7F0E-1D1E-34F6-A815655039D0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E4505104-C795-75D6-0136-D282602336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9580" y="2617251"/>
            <a:ext cx="5768840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7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A155-05B6-DC96-30A6-572592FD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210826-C814-3D59-0B00-09D7DF25C23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8D9429-C5F7-DEAE-B90F-324ABF32A07A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FB17387-CF5F-2053-9DC2-912A21CC46D2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E7A5B3-2440-5AF1-6A0E-09D4A16A02E1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8939E6C-A805-84FE-174E-40074BE1F57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C3E9786-B943-3D18-E139-BEBD8CC4635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A34DB05-054B-2D9A-3550-B9FEE75CAEC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95B8F41-7374-D1FA-1F65-6CDA38CB06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8A47E9-050F-D8AF-5F94-F0A545FF758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B3E46F-6BBC-6BD3-4F8F-7346EA12EF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D219B3-6621-C519-21EF-0D9AA5C3936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BB6F29C-76F9-B61B-C6CD-7EDF74A4298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6B6287-660C-1090-194A-C8D8C15727A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CA8C5ACF-A1E5-BDB8-8B47-8FA01D0B82BC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6A76074D-98B6-674B-9FFA-5889E14F6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395286"/>
              </p:ext>
            </p:extLst>
          </p:nvPr>
        </p:nvGraphicFramePr>
        <p:xfrm>
          <a:off x="3645709" y="2354199"/>
          <a:ext cx="10798444" cy="7169476"/>
        </p:xfrm>
        <a:graphic>
          <a:graphicData uri="http://schemas.openxmlformats.org/drawingml/2006/table">
            <a:tbl>
              <a:tblPr/>
              <a:tblGrid>
                <a:gridCol w="5399222">
                  <a:extLst>
                    <a:ext uri="{9D8B030D-6E8A-4147-A177-3AD203B41FA5}">
                      <a16:colId xmlns:a16="http://schemas.microsoft.com/office/drawing/2014/main" val="1511849105"/>
                    </a:ext>
                  </a:extLst>
                </a:gridCol>
                <a:gridCol w="5399222">
                  <a:extLst>
                    <a:ext uri="{9D8B030D-6E8A-4147-A177-3AD203B41FA5}">
                      <a16:colId xmlns:a16="http://schemas.microsoft.com/office/drawing/2014/main" val="2626481976"/>
                    </a:ext>
                  </a:extLst>
                </a:gridCol>
              </a:tblGrid>
              <a:tr h="3854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Ventajas (Pros)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Desventajas (Cons)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47681"/>
                  </a:ext>
                </a:extLst>
              </a:tr>
              <a:tr h="14647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Fuente única de verdad: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Sirve como el repositorio central que permite almacenar y consultar datos provenientes de diversas fuentes.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Bloqueo del proveedor (Vendor Lock-in):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Atrapa los datos en un sistema específico de un proveedor, el cual solo puede ser utilizado por el motor de cómputo de ese almacén.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17324"/>
                  </a:ext>
                </a:extLst>
              </a:tr>
              <a:tr h="14647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Rendimiento histórico: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Admite consultas sobre grandes volúmenes de datos históricos, lo que permite ejecutar cargas de trabajo analíticas con rapidez.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Alto costo: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Es costoso tanto en almacenamiento como en computación; a medida que la carga de trabajo aumenta, el costo se vuelve difícil de gestionar.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78530"/>
                  </a:ext>
                </a:extLst>
              </a:tr>
              <a:tr h="14647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Gobierno de datos: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Proporciona políticas efectivas para garantizar que los datos estén disponibles, sean utilizables y cumplan con las normas de seguridad.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Limitación de tipos de datos: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Principalmente admite solo datos estructurados (filas y columnas), limitando el uso de datos semi-estructurados o no estructurados.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81693"/>
                  </a:ext>
                </a:extLst>
              </a:tr>
              <a:tr h="1194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Optimización automática: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Organiza el diseño (layout) de los datos por ti, asegurando que estén optimizados para las consultas.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Sin ML nativo: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No permite a las organizaciones ejecutar nativamente cargas de trabajo analíticas avanzadas, como Aprendizaje Automático (ML).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470152"/>
                  </a:ext>
                </a:extLst>
              </a:tr>
              <a:tr h="1194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Integridad del esquema: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Asegura que los datos escritos en una tabla se ajusten estrictamente al esquema técnico definido.</a:t>
                      </a: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CO" sz="2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8779" marR="58779" marT="39186" marB="3918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648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47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FCD8-2411-908E-7B3A-111A6A28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29F1BC-4E35-C007-B4AA-4917389BB53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C31D006-60D5-4B20-C065-519F1C5B70DF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D61087-4D4C-D790-3B96-092314A95872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1771CA-8608-6B18-DB84-0F17FDF8AAB0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D48EA96-BC31-CF71-DD88-FBB22C5EC5F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DDDD002-29E5-7AD6-82D6-D0DB7935ABB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B123FC7-A3A1-7796-DC04-6494156E265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425798E-D64C-E162-5DFB-74538DEEFA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3F6F514-210B-1733-8DA4-93FF5E6D542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82540EF-DFD6-CFA5-C867-8265C133FFA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4EFE407-E6A2-23CC-9A91-CEAF7A8CAF1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E662F80-27F2-AB40-F771-1E78AAAC864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DDDD317-466B-175C-730D-71B78C21BD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E90FA23F-0A5B-576F-1761-6DF3D211C5EA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170F70EF-F498-367B-40B3-2DB470F80D09}"/>
              </a:ext>
            </a:extLst>
          </p:cNvPr>
          <p:cNvGraphicFramePr>
            <a:graphicFrameLocks noGrp="1"/>
          </p:cNvGraphicFramePr>
          <p:nvPr/>
        </p:nvGraphicFramePr>
        <p:xfrm>
          <a:off x="846360" y="1600201"/>
          <a:ext cx="7451280" cy="4525961"/>
        </p:xfrm>
        <a:graphic>
          <a:graphicData uri="http://schemas.openxmlformats.org/drawingml/2006/table">
            <a:tbl>
              <a:tblPr/>
              <a:tblGrid>
                <a:gridCol w="3725640">
                  <a:extLst>
                    <a:ext uri="{9D8B030D-6E8A-4147-A177-3AD203B41FA5}">
                      <a16:colId xmlns:a16="http://schemas.microsoft.com/office/drawing/2014/main" val="4108914696"/>
                    </a:ext>
                  </a:extLst>
                </a:gridCol>
                <a:gridCol w="3725640">
                  <a:extLst>
                    <a:ext uri="{9D8B030D-6E8A-4147-A177-3AD203B41FA5}">
                      <a16:colId xmlns:a16="http://schemas.microsoft.com/office/drawing/2014/main" val="3447503829"/>
                    </a:ext>
                  </a:extLst>
                </a:gridCol>
              </a:tblGrid>
              <a:tr h="3587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Ventajas (Pros)</a:t>
                      </a:r>
                      <a:endParaRPr lang="es-CO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Desventajas (Cons)</a:t>
                      </a:r>
                      <a:endParaRPr lang="es-CO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166233"/>
                  </a:ext>
                </a:extLst>
              </a:tr>
              <a:tr h="8555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Menor costo: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Generalmente es mucho más barato almacenar grandes volúmenes de datos.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Rendimiento: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Las consultas pueden ser más lentas en comparación con un Data Warehouse optimizado.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331910"/>
                  </a:ext>
                </a:extLst>
              </a:tr>
              <a:tr h="13522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Formatos abiertos: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Almacena los datos en formatos estándar y abiertos (ej. Parquet, ORC, Avro) en lugar de formatos propietarios.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Falta de garantías ACID: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Tradicionalmente no asegura transacciones completas (Atomicidad, Consistencia, Aislamiento, Durabilidad), lo que puede generar problemas de integridad.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658122"/>
                  </a:ext>
                </a:extLst>
              </a:tr>
              <a:tr h="1103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Datos no estructurados: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Capacidad nativa para manejar texto, imágenes, video y audio sin necesidad de esquemas rígidos.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Configuración compleja: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Requiere mucha configuración y gestión técnica ("fontanería" de datos) para mantenerlo organizado.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21436"/>
                  </a:ext>
                </a:extLst>
              </a:tr>
              <a:tr h="8555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Soporte para ML:</a:t>
                      </a:r>
                      <a:r>
                        <a:rPr lang="es-E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Es ideal para alimentar modelos de Machine Learning y Ciencia de Datos.</a:t>
                      </a: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CO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792" marR="82792" marT="55195" marB="551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629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59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DF6F-E59E-4F5F-47BF-4CD0013C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649748-9412-CFB8-0901-E41D22408B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ED6147-1737-027F-BE26-3B2B816814B7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1BD64F-C9A2-3059-A4E2-89DB0838D63E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F267AE-A06A-25B4-280D-658DBC3495BC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3D82493-AF6E-3483-EBD0-D174E63E690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230B6E3-0F83-2E9A-B621-92192D3D16D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EA8A0B8-FAF4-7968-6EAF-782102CFBC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DE6C930-DF6E-C40A-E8FC-395BA7721E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54958D4-28FB-66D2-8AA1-BA4461E87DA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0BED677-57D0-E4E9-1F21-02496C32866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B520E8A-B8C9-1A6F-8BDC-C6F3A41A83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649AAE4-246E-4F39-14E2-B77A7B5E0F4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5AE3FD2-0317-177B-797D-0873EA52DE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6742875A-7B4C-B0AB-E3B4-F53818363D34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C0ED6DA6-9727-CDD8-CBF6-D8302435F5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5304" y="3230714"/>
            <a:ext cx="5677392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4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B94C-11CD-3725-3792-BB086A47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5DB1EBB-60AF-E6C9-EB80-1275A5AAB4A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7EDCE4B-22BB-CD6A-5F48-48C69485BC9A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DB979A3-0D2C-C295-839C-D022BF09AF3A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53055F-98FA-4045-A6B6-D62EEE5FB8B0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A73D003-D9D0-067B-4860-EFD6631387D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0324F7C-15D5-F8E9-7B94-44E01120FCD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82C15AA-271B-777A-2534-313F6850EAE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AD1A135-E954-69C3-6CE5-D2AE381898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433AB4-8AA0-74B8-0B9D-61FCB7D16C3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B8066B8-A566-4F0D-C62A-F70EE25D793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F9ECA26-08F3-E3F0-11B5-3E38BF6AC65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52A686B-105D-09E0-815D-EC499CDA7C7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535C0CA-7A12-ABB4-7CBC-D71EB89F85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BECC17C1-F058-A237-6BD2-944D998EA3F4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902DF574-E4F8-0F62-5D14-6B614CC9D3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1562100"/>
            <a:ext cx="4667141" cy="842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02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CD3F-D9D4-378E-647F-B1458AF3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A298A4-4174-1F7D-9016-C499DCA47D3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1A0A999-6ACB-FA87-8EBB-C220E75CC81C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F9E92A8-72F1-A5EC-EAE1-857E3DADBB31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12BACC0-4EAC-ED28-9791-5E9256E93F8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CAA0856-2E6A-6963-B54A-5B1DF4E580D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8928E87-2092-FFAF-781E-BD2FFE95FC1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9B19352-0170-CF93-5B4A-F04F53FD5B3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B7D0DF3-7AB0-35DC-D202-D4FD377BD2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08D28FE-BD16-69F7-6BAD-17F8EA05D66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4732D40-D29A-FCB3-AB5C-F4F05B28962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D73606C-748D-300A-D2EC-A71EB707184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B58C4C0-D617-3869-BAAC-CE06ED4D5C4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9C80409-B68D-0749-09DF-FB41A1FE00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D5E8F991-01D7-E947-7511-E77541256468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A5A57114-08C3-E2DD-D34B-773C1FF6BF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769" y="1875044"/>
            <a:ext cx="7066002" cy="792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70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716D-59A7-38F0-EA28-8FACF565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06BFED-A515-74D1-9285-DB3723A4787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49DC85D-EC39-A32D-FA53-86E32F5CC054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AFB028-2743-69B0-CA16-53332764C3B8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9313D74-5B78-373E-08A6-5EC090EBDD0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AF8CE73-85D9-50B9-A762-6F3ED126DD6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9132368-0583-67BF-53B6-DBCB5649B26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FA66912-BA49-DD98-A0EB-A3C666DB242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97BA130-67BB-5129-F0E8-5F6B8EBF17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B34635D-FD9D-EAB8-8328-5018A687C40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FAAF37A-F97E-DEED-66DF-B3A85C0118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086B2A7-2870-6244-3D12-0DCB7CAC648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0003E52-FF48-E842-C4E8-D5BDEC60DA1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C0B4571-1401-8493-31DB-39EA68028F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05912FCA-3F8E-E9C4-F6D8-DD384FD33616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41416892-E817-1B65-C573-A59783F17B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292085"/>
            <a:ext cx="10810695" cy="624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1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A787-F99D-34A5-7312-7904AC65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EF5C10-D6A8-4170-5684-D0CB66A7CD7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37E41B-D1AF-3485-AD41-1CD1489969A2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088AC7-75E9-86A5-6A72-8C4B1BC29AE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46E166-8BC2-27F1-879F-B0D83AE4853A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BC16690-27E7-F759-6ACB-23D5AFDDA69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32CC163-A2DE-65D4-4C2C-3D50D3EFBFD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FFBBC05-981C-8F54-FDDB-2F5C8179EE5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7A79C54-646E-C642-2A35-BA586A0AEF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B056EC-B84D-0032-AA9D-82FA154D3E6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9582498-EAA2-ED31-1AB3-E7F95B774F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45B5955-0DD4-EE83-4F41-8F73DEB1568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6D2CA84-79E7-BFBD-090A-6C023FFEDE0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8236BEB-0148-4162-6909-9A83277A77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0AE6A728-7466-B867-48D2-D96F49A06FFD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3EADF06C-B953-9F3A-8F53-DBFE2ECB04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1347667"/>
            <a:ext cx="7095744" cy="886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79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E66B-F25E-28DE-F2D3-7B0179A7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170DAA-409C-C43D-DF2D-6FB50EBE202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9F9175-47E0-1DD0-1185-F0C180428E99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0F6D34-4685-6827-2FD7-8505B8AB54C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E2BB8AA-7886-E36A-9044-BA8649A8135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84BF5AE-6FED-95E5-B58A-D8941894E01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94618E1-0EB6-36DE-AA0C-F8D19412CCC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FBF24EB-C8B2-F018-BE91-3871F80FCB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D86D373-89A0-8D3B-8E46-CA124B485D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CFACDE-FA9B-F43F-B44B-2EB10B3AA30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B73A08D-B78F-D62F-3DB2-39E7F121ABA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80DF7D2-090C-698B-45B7-F2A6163920F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5060411-96EA-65C9-66B7-BFE64785840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E360EF9-6BEA-C3FD-4F6F-1FB5E1E6CB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904BDD6B-2D4F-A517-FA1B-24BEA9B92FE0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52203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536F-1EE3-7805-0C69-65F7D21B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7E7EA8-D8CA-6335-D59B-9FE6D40B412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089D7C4-2ED0-D974-CC1D-46450A3EA866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2F43B7-C83E-F9EE-7B5C-B9F7898A19EE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4B9E36-6C60-D20B-A68C-5B0806CA79D3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CD72136-73C6-FCC0-4C06-660DFDEA853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797702A-73A3-25FE-E4A3-2005B0BD6F7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F3F9506-CA8F-2A2A-D671-C83246E0B59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3DF5525-4CBF-8014-6578-C4F9940958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4E851A-A7FA-EA5C-D876-225F492A2E5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CEDE05E-8D8A-6FFF-E06E-BF0C857A506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2F0C225-DF0E-E53A-5366-B8A6B18A418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2A2EECB-29AD-0115-1073-7C733F97580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662E673-C8DB-038E-B3FA-1056D3E790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D069C9D5-B653-8288-4D2F-4C495C7C590A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23482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DC55-F4FA-1E33-BD97-78F56F16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6115FF-E373-09A2-0F1A-7204ECBE525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9604F8-814E-7F5E-B047-401C19A6F867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978EEE-EFFC-570C-B2F3-749BBDF2A513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CDF91FD-E4C3-52D3-8371-33FCB1EB85DB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1FEE6CB-2341-033C-3D68-1B7AF27AEA4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845CDE1-4B58-4904-1494-AB4ABE12336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01FF662-A7EA-3FBE-3A41-FC8393D2729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BB2928D-B66E-8043-6D93-B2591BEB7F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A1FB0D6-A84E-D03E-9C7F-9958613CF31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43B0E5-F22D-0E1A-EEBB-E0CDE29C718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7D8F584-33D1-0F49-D4E2-A74ADD36C8D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C2501B2-9A79-D89A-30E7-8A1E77E6413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94A5A2D-4073-E663-CB33-E4701EDC40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16603025-1EB0-2914-1B67-9387949C8279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86724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4CD2F-8C1F-E23C-14EF-79124BCD0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0BA856-DD34-7D7D-797D-56F32F06889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C38F60D-9235-B078-7766-28061387EC80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FA63CC-EBB5-A32A-533F-AA43C744375D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B438A22-4325-769B-A36A-665DE90B1CC3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4048CFB-8ED2-3A2D-1D7F-AA4011C4BD9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8B353C4-6969-8491-9B50-BE179C661B5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734184F-F0B4-2719-5F61-F9779438112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B61D072-25C2-BB0C-7966-B1C3ED1F6E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48E3C43-4772-D105-BD22-33B6CE60B67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3420F80-0AE2-9A33-62A4-99F95D4E42E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B957A88-2016-711E-D6A8-D92772343C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1B62988-558C-EC4A-DA13-9152A7ACE1A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E7F4481-EFA1-98DA-BEDC-3A346C25EA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6153E37D-C6BC-8460-E179-1600C6F7FBA2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4099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6C6F-78BC-8DD3-B7C7-0F50248A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FBFCF9-252D-F91F-D738-71EE222E83E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DD875B3-2492-2913-5784-1295B16AB395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0613F6-26AB-CAF3-D42B-962AAD1B6AAC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E94163-3E4C-C7D7-6FD4-77C56F238CD8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26B0BB2-074B-E4F8-DEAF-E0CF1D6173E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B7A6804-1B8E-B90C-FCA5-595435C05DB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062E094-21F5-B63F-6E38-E946EA99835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07D0D7D-3D77-F773-27CB-781654391F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129F204-7325-6C53-FBB2-D271B40C675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3F66859-8983-3B2D-B3D4-4354F1BC21E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9D2D72-CFB9-C2AE-451A-507AD274683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D86AC08-9FDB-ACF6-BA1A-9949DD9B09E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F864300-2D04-BE4C-CB6D-FA6A439A95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22056612-54F4-C8A7-1827-C5D9E6E78406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31449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0396-28C3-790E-65E1-A05D20C2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4F17EF-A000-3C81-146C-29EA01DFD0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2ED3DF-B192-79EF-49C7-D75768363E18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E4F8CB-2DCB-E44B-B63C-DF69E7D95B91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248657F-6105-96C4-7D68-85471020D921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0E48B50-50FF-1D04-9D77-A4D65E209EF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8886BBE-6D3F-94AE-CB90-AB3FB5CD1A6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1A29E70-B9C9-ECB5-67F7-0288F69977E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8AD3EDB-ECAF-8375-0828-E403011F31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854D01B-86B4-8741-55B1-868B0E4173A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2333368-5257-FD19-347F-00B7105EA59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DD84B8A-11FB-79A7-762D-1ACBCCF5F19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84AECE4-259A-0B0B-4BD2-E84A0BC3743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3F846A9-DE84-2A8D-47F8-E75832B27C5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4E5BF3E6-02D2-1B24-58AC-CBCF1033063E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1A752E28-C0B1-A0F1-CEFA-522451BB8F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6256" y="1066334"/>
            <a:ext cx="7613944" cy="923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10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0747-4D49-8F39-0D06-2B76D283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7B5303-F047-77C7-1039-029A88737D3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A34954-5D5C-7583-7BAA-D6B78F012343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ED31619-2963-0725-1060-5EEDE8ED29F7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A574FF-5349-C6A9-CF71-9BD5A6688E91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C57D908-6327-4720-5D77-AD41C893710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14DE393-94DD-A0FD-5A0F-FB94E279BAA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596391E-F806-8498-96F1-A0435DACAFD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322BF00-5FEF-B57A-CED6-50FC078758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F17F23A-FE2F-52AB-8947-C02474E260F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C5D079A-2255-9FB6-FC03-533E9D1C453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88CEE4E-4B00-C3CB-4005-66B18330F2C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63782E4-EC4D-3D26-880A-EC22DDDDB15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4FE8349-3CC2-DB14-8EB0-3E4DA95169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8191CE61-F026-8061-C7D4-8C35FD1B184F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61F363C1-3B19-F5EB-0620-CC9138FE9B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208" y="2820666"/>
            <a:ext cx="8838377" cy="549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11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0E78-ACA8-1518-A5B3-02973B6D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D0BEB8-F6BD-11A1-8BAC-5A593A2817C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06BF04E-6095-4B49-1CD6-650BD6E14102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795511E-3542-38DC-22C8-D3787845CE80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D72C3FE-68F4-F833-6E3B-22657B8E26B4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A80B5B1-B964-5FA6-832D-AD85887C6F6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101760B-7558-2987-AEF6-ABD3BB49AE4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2A679B-4434-80D0-75A1-FE4EED40FCC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29751B6-DD05-FD27-B9AE-7CE28008782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1CDEC5-559C-4474-582D-8E2D48DBFBA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1A797E5-F423-D21E-1AD9-DA76A74C9AD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73BA25A-3E84-28D2-3F28-9104A01CF0A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B407D72-05EC-2FCD-9940-877145E20D0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5392648-9B0D-356A-43B3-90A57151E2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58BA0316-BEF9-7319-C6FD-AF6401B2B619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212562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7B1A-1165-A602-9465-E0D99659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140AF6-4124-A8C7-47B3-B7E30593603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58CFA2B-0BB0-6904-5E0C-AFD54F9ADB26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B7C277-1C2A-40AA-A142-F4108A106C15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5B9D8A-4B80-DCEB-80D1-E547E063777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B73B6F4-85E3-6AAB-2410-6A230A0A68A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AC679CF-227C-5DF1-8205-BD3C86D5D79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0B07322-DF14-E7FD-A947-CD5965B2A7F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626749A-6D2D-DF78-4947-41615EBF4D8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8B3D969-AFD8-3C84-F0A5-9DE9BDD27A0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50F4C-FF2E-5F87-A0FD-F5B85C09CEA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4AC318-1033-3735-EA42-CAE06020062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433F79F-BCA3-1A22-322E-85A1FB3ADDA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99CF815-245E-4F0E-FDFE-EB543E8FA2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736B4520-9508-DF8D-D1E9-3E02225EE7B4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150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C6229-FC0A-D572-F606-3B6DBBE8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EBFF38-700C-B3BE-44B1-9553779F2B8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DD74E65-D0BA-E0C9-FF91-A019536FCC5E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5BBAC2-E94B-2819-C646-520131EF1395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2DC4F85-F9AF-B813-A078-69501F680309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F7771D5-2A83-166E-8DA2-05293E6E47E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16F92A0-B849-2E31-8B67-5831F51C5FE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CB9B5FC-95CA-2299-3ACE-EEB4918E852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1EE7CA2-9647-42E6-EFB0-D868EB3274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4E8FB3D-F100-33D9-C83D-F2DCCBB79DE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EDBCA17-F80B-224F-BFAD-A7EDC0944A7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8C9E343-4C34-051D-F20E-B4045273D25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B633697-7C90-A9E1-F74D-51DE0336EE2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5463CDE-FBF8-EAA5-7A67-8E72EBA9DB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CEC82F33-D7C8-6019-8C6C-3E39739AE682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53833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32B6-49DA-0849-BAB2-E6E01CEE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08D0B3-CF17-0321-45D9-4B832E468F4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B0E4E46-B067-0B61-8D30-E924BCFB86D1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43306D-BE0B-2424-5F05-634C0B73C2CF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923DFC0-E008-5E3A-A1D6-301E47E54152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42F9F54-B73A-3E43-E436-5C476A0166A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EC5A4D0-7793-CBF5-B365-6C0A1296811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C834A6-C82E-D377-2018-A73E98A4EF3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5798415-97BF-A8CA-DBFC-A7685307BB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0183CF6-E392-DB6A-FB63-2E8B8F3C26C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1BA37FC-CD82-911C-097D-AAD1BC0F072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CDA6F65-C1C9-47A5-B02C-5151B7F7A9C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D397339-331D-215E-7DE0-B4E30F1C18B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D6A8133-14AC-6173-5150-32ED31D8BC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40A68F33-5D7B-BB9A-F452-0ABCB091B3CB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15058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C7E53-1CA1-24FB-F257-5C57A203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2B90B5-9CC8-D114-10A8-C4B6E593310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096AAD-1D8B-DFD5-B8C8-F2F29207DDE8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B55BAA-338B-390D-A709-4F4CAB8AA68C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C1A936A-1D66-A7DC-07B6-724610F65917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0CCA1A-DA1E-C4D4-50DC-459D2F2769D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328E54B-ECE4-6661-474A-2DA018A2E3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3887FAF-F37F-EA9F-9200-7CB0A78DBA7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C52F8DE-B385-D38C-58E6-DBFFE39AB8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FDB0E9-2965-A00E-7B05-19C2331E8F9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46155A8-A77C-BEAE-B886-C8F7A41629C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EBE990E-A450-C797-A895-741A7FFD650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0A57B91-B5CA-ADD3-2023-0DCABA476D8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9FC75AB-92A1-620F-2941-E4A44246E6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6D20F9BF-5AFB-5A41-A916-EBDA21B6C6A5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55095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508A-99C9-371B-ED9B-F26E1C09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160161-CBC3-6784-BD5A-F4E6B645498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58E0ACA-9789-8484-5F2F-D7B5AEDA5AEA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903C39-5FA8-0A67-7F0A-B816CF9300E2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B274F15-E149-18FB-ED53-55024DFBBE9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3736691-16CC-5A76-022C-9AB2BF399EB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E64AB5A-C000-B16A-A07B-D5DDA809B68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E01DBE4-DF50-C0A1-7FD7-3BA310EB026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DBB4FA0-6682-57F0-207D-F09D9D3219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AA4B514-1826-BEC3-C6F1-A362ADCA2AB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93090FB-1BB8-81FD-210C-6DFC193C376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B4EE362-1DBC-47F4-0DFE-C185B1B5568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2BE8B20-4478-7FC5-B578-12FB4FC76F7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668090B-D8E9-692D-B400-A7A43DE931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501372FB-9CDF-2DB3-5CD1-10201D53AAB7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27759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AFA0-A349-539A-04DF-6E1346F9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08B3CA-54AA-847F-31B2-814EF86D5B6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506C094-640B-3110-288F-782555585B3D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1A626CB-5DD0-83F0-09BD-0320C7E8540E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541842-40FA-ACAB-E832-50047F252E64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1DA4F3-3704-E87F-E7FB-4B5B67F1497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C547082-9283-9936-54EC-4EE43E4A417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F403772-3218-B6A1-D8D4-A3E4A8167D2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37D0D95-97D0-BC70-6270-246E627164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6C1D7B-AFAB-2F64-D540-C25C0855BE5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80FD672-8419-242F-2CE3-E1FC96E4231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315AE6A-34DB-8319-6B51-FC17709DB61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D7B5C7B-EA25-5AB4-FF91-1C7AC261FE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322D891-A332-4B34-E26F-E63BD03BBE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0D736338-27DF-D677-91F9-31B21845C5FD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60341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5D2D-9A65-B50D-FD8E-FD880E46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FAD00E-95C2-B1BD-19CC-5D6848DE782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9EE7B51-0256-3E6A-2559-D7CD130BF812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0492D3-9CD0-DF4E-B9F8-92BDCB102E46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9CCB41-D75E-CAA0-F09A-C6941A9F9531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A046A44-10B4-F23A-D05F-E4146E83F78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FE3B284-D053-FFDE-D817-668AD882E86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F31AFDA-A9B3-A602-095A-D265B285140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B8DB5E8-2D0E-CD16-B2E1-D4EA304438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C8E72A-628A-A336-3EAB-A5807C4E98F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8F326C3-46B0-7BAB-BBDA-D10B6F42B01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FC67A77-39BB-6EDB-F546-74020CC18CA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5FE279-5369-36A7-058A-EF4F52242B7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2DEB2B9-314B-2DD3-359C-6569771A6F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F23D095F-9678-73FB-533D-1B46A5BB77E2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49556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9ED7-1FF1-BC3A-8C1E-502C0146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C265CF-D644-7FF0-45E4-311FEA9C8A9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25CE7B6-3AE5-6B56-BDB4-3DAE1A78AB65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86FCCB-B791-5B96-3990-DFCC337B8044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DF54AD5-7A6A-F5FB-1797-2E0309EF6973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F6AA44D-E63E-827C-032B-6234EE6563A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1338781-3BBF-3822-C239-0B828EF2CFE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4E9D20D-3CB5-3C0D-DC10-E804BEE1DE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00C4AC7-7E97-E316-C317-3AE7967AB59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A862673-6E33-4312-1A14-00C83DBB0A4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CD3C1-A8DC-ED25-121E-71043D28818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DC9FF30-CD0F-1860-5F9C-DAAE67EBA09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00434EC-4D44-15E5-014B-8B9A1F0B606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385DFCF-3782-5D9F-7D8C-7D43A2A0F9D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8CC108F1-1E2F-1002-F1D1-74EEDDD1D53C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03112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D814-0A2F-B156-AA67-AD19BC73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6E1DDF-4EB8-DF05-FE0B-94481D48D38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2D0FF1-CB48-0536-D8DC-1A4D78420A4E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D6E56E-078E-34B9-5A20-D1476BA1D7E2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6ECF707-DD0D-E71A-1FEF-6D93CA59CEC5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5138153-5227-468F-24D6-000E63E582A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95BE644-3118-C5DD-C3DA-8F78396A34B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A793CF8-B6E2-DB68-89E6-81749B99642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FA2036D-E05F-ADD2-9D7A-37E13238E1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A444806-14C7-1BF0-D26C-4EF7D19B50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F3882F9-CAD8-0B4F-F9F7-3DF2C5FEC84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1826951-A0B5-E42A-A86D-453C8128451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91C1E1F-6E2C-7824-243C-64D2DA0C513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310A527-2EBB-02C7-C9B7-B278E64C0F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68507D17-E941-D47C-E1B7-EED03E42EFEB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32605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6CFC-9362-E80F-9014-32E692FE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501406-C786-0D7A-08E8-1F8783AAA03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416430-9C01-8E90-03D2-9E46A7574718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135741B-8A60-92F7-CDED-DD9B3DC743E4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D1BE961-1104-F836-9046-F8F0BF15F8C2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618D036-17C2-0109-E60E-8DFF4303885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9FFF05F-62ED-E1F5-4034-42741A6C0AE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2FE123-EC71-9F05-A9F3-C377ACD854C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7BACFE4-DED7-8271-FE9F-13EBF16000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9284D7-CCF3-029A-BD63-7D748C45CED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372EDDD-4151-9D23-D171-3F7C6BF818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C7553D6-5431-1070-30FC-D60457065AA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137C3ED-97ED-F31E-6497-89527DB87BB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4FAAED1-44B8-0E72-A7A8-FEF4AD3494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761B783A-5BDF-CD07-11B0-ED767B313AC2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79665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FFE6-62E7-2D8B-6323-113583BA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1A1CD0-5602-BA24-3884-23E2FF5529C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83C51A-6430-C434-1A9D-28768515ADFA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5C2B1B-1C30-BB2D-C96B-FD73C71286E8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443C89-9999-579D-AB5F-6246D661DDAF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1FF58DC-474F-4264-684A-DBA9E0561A3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8A5CF45-EE50-3AC0-1482-C7DC514F852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608F221-0F84-B41D-5FE8-77717BCC72E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11849A0-9D41-BF61-0819-32964C62D9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BD5AEC-DFA9-89FD-B7AB-B1ECA002F24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38790F9-6C10-191F-9A14-B73AF708DFB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BA19E9A-EF86-79A6-23E2-BC6FD9928CA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9D0A4A8-FEAB-F18D-41BC-9348E34C298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2F6DCB1-DAC5-6473-15A8-981A47B053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9FF97718-AE73-B3B7-285C-A806A0794114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17055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FE53A-5097-3940-E852-3019BE5D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B3D764-68B3-F3F8-A148-EEC5F19A1AF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A8247D-4DE0-1C46-00B3-D99247441738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4DCB98E-8E0B-77B2-4386-6ABA2AC4DE4C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385D3F-ED00-8B34-C966-4BCCFEE598F6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ACD65FE-23CE-1C1B-3267-0DAC3104143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994E3F2-28F6-9612-5582-78DF44A3333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87FE356-9F2C-684C-6085-3C562841CD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27ED364-DCC6-6CBB-BB2F-700A467F9C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A811EE0-EA48-CE86-ECAC-D30ADB96602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C76FF51-4E0C-14B7-9251-583C3C3CEB5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B0E802C-1D26-97D7-6258-37D6A686F1C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86D20B1-3C40-5722-CB18-CDD9118564C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6DFB67D-BB0B-78DB-1A95-49A4524FC1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810FB97F-A738-BB93-85BE-8D9A6C0B797C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74349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B55C-463B-4864-1EAA-0EBC519A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088219-4EBD-2C7E-AEBE-32ED62100A3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71D94A-0BFD-F00B-C764-106D87C981EB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22BCFD9-23F4-FCEF-A323-E35D26F1B2CD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1CB0070-B7A9-94C8-6D20-FB383778F81A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4E70906-359E-C4A6-7EB0-444A20569B4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D09215E-96E0-04AD-838A-57FEA988CE0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11CC3F-5467-9883-A55F-B3E939F9F9A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CADAD2D-EC35-3E20-E76F-C4EA6C166C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4C6C742-6736-5112-23A0-B4C36E58319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1E1FFD0-74E8-7ABA-B0A0-22BC0B4E079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62D826E-6FF4-FFCA-5248-44533396B7F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95FFEE3-D1E5-E15F-5F85-AB26F153428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2AF1A4F-41B7-B6FD-3B65-41DD8C26C1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492EC918-50C0-2361-CA3B-7FA608256EAB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22302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5D05-454D-1D54-F202-6DDFDC01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566DA7-45F9-496E-2483-01563F22B88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5385730-922A-60C9-9215-5C9F2A6B0ABD}"/>
              </a:ext>
            </a:extLst>
          </p:cNvPr>
          <p:cNvGrpSpPr/>
          <p:nvPr/>
        </p:nvGrpSpPr>
        <p:grpSpPr>
          <a:xfrm flipV="1">
            <a:off x="-741680" y="1281410"/>
            <a:ext cx="9906000" cy="45719"/>
            <a:chOff x="0" y="0"/>
            <a:chExt cx="1495010" cy="200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4C9D4B-5F1E-4973-C7B6-ECDF637763F5}"/>
                </a:ext>
              </a:extLst>
            </p:cNvPr>
            <p:cNvSpPr/>
            <p:nvPr/>
          </p:nvSpPr>
          <p:spPr>
            <a:xfrm>
              <a:off x="0" y="0"/>
              <a:ext cx="1495010" cy="20069"/>
            </a:xfrm>
            <a:custGeom>
              <a:avLst/>
              <a:gdLst/>
              <a:ahLst/>
              <a:cxnLst/>
              <a:rect l="l" t="t" r="r" b="b"/>
              <a:pathLst>
                <a:path w="1495010" h="20069">
                  <a:moveTo>
                    <a:pt x="10035" y="0"/>
                  </a:moveTo>
                  <a:lnTo>
                    <a:pt x="1484976" y="0"/>
                  </a:lnTo>
                  <a:cubicBezTo>
                    <a:pt x="1487637" y="0"/>
                    <a:pt x="1490189" y="1057"/>
                    <a:pt x="1492071" y="2939"/>
                  </a:cubicBezTo>
                  <a:cubicBezTo>
                    <a:pt x="1493953" y="4821"/>
                    <a:pt x="1495010" y="7373"/>
                    <a:pt x="1495010" y="10035"/>
                  </a:cubicBezTo>
                  <a:lnTo>
                    <a:pt x="1495010" y="10035"/>
                  </a:lnTo>
                  <a:cubicBezTo>
                    <a:pt x="1495010" y="12696"/>
                    <a:pt x="1493953" y="15248"/>
                    <a:pt x="1492071" y="17130"/>
                  </a:cubicBezTo>
                  <a:cubicBezTo>
                    <a:pt x="1490189" y="19012"/>
                    <a:pt x="1487637" y="20069"/>
                    <a:pt x="1484976" y="20069"/>
                  </a:cubicBezTo>
                  <a:lnTo>
                    <a:pt x="10035" y="20069"/>
                  </a:lnTo>
                  <a:cubicBezTo>
                    <a:pt x="7373" y="20069"/>
                    <a:pt x="4821" y="19012"/>
                    <a:pt x="2939" y="17130"/>
                  </a:cubicBezTo>
                  <a:cubicBezTo>
                    <a:pt x="1057" y="15248"/>
                    <a:pt x="0" y="12696"/>
                    <a:pt x="0" y="10035"/>
                  </a:cubicBezTo>
                  <a:lnTo>
                    <a:pt x="0" y="10035"/>
                  </a:lnTo>
                  <a:cubicBezTo>
                    <a:pt x="0" y="7373"/>
                    <a:pt x="1057" y="4821"/>
                    <a:pt x="2939" y="2939"/>
                  </a:cubicBezTo>
                  <a:cubicBezTo>
                    <a:pt x="4821" y="1057"/>
                    <a:pt x="7373" y="0"/>
                    <a:pt x="100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44BC093-032E-ADE0-459B-AE45B8C74BA6}"/>
                </a:ext>
              </a:extLst>
            </p:cNvPr>
            <p:cNvSpPr txBox="1"/>
            <p:nvPr/>
          </p:nvSpPr>
          <p:spPr>
            <a:xfrm>
              <a:off x="0" y="-38100"/>
              <a:ext cx="1495010" cy="5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F134473-5422-867D-C0D8-D872DEA3F35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9744755-9BB3-5E4E-78F7-B672F0E30D1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DB10935-5D9A-7433-6F6F-64599E9D8B3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886DA4A-721F-BA8A-61CD-88F054C0036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F35FCD-3D30-D59B-E93B-8E6134B1B2B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96CB1C8-01C9-EC5C-74F6-191C041B82C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C75B9DC-AFE7-70BB-AF72-03F8332C8D7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711D894-1435-29EA-BFBF-D437E94B98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322CC6B-530A-8B6A-088B-E356B6D512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83F435D4-1EF2-8929-B7FF-C1B9A64D0059}"/>
              </a:ext>
            </a:extLst>
          </p:cNvPr>
          <p:cNvGraphicFramePr/>
          <p:nvPr/>
        </p:nvGraphicFramePr>
        <p:xfrm>
          <a:off x="11715738" y="1172510"/>
          <a:ext cx="5486400" cy="107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82333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1000950" y="4587964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68637" y="3413680"/>
            <a:ext cx="6434234" cy="2520100"/>
            <a:chOff x="0" y="0"/>
            <a:chExt cx="8578979" cy="33601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578979" cy="3360133"/>
              <a:chOff x="0" y="0"/>
              <a:chExt cx="582801" cy="2282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6B1374">
                        <a:alpha val="100000"/>
                      </a:srgbClr>
                    </a:gs>
                    <a:gs pos="33333">
                      <a:srgbClr val="700A89">
                        <a:alpha val="100000"/>
                      </a:srgbClr>
                    </a:gs>
                    <a:gs pos="66667">
                      <a:srgbClr val="C20052">
                        <a:alpha val="100000"/>
                      </a:srgbClr>
                    </a:gs>
                    <a:gs pos="100000">
                      <a:srgbClr val="FF00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297" y="630412"/>
              <a:ext cx="7868384" cy="2025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400" dirty="0">
                  <a:solidFill>
                    <a:srgbClr val="1F1F1D"/>
                  </a:solidFill>
                  <a:latin typeface="Poppins 2"/>
                  <a:ea typeface="Poppins 2"/>
                  <a:cs typeface="Poppins 2"/>
                  <a:sym typeface="Poppins 2"/>
                </a:rPr>
                <a:t>Juan Esteban Mejía Velásquez</a:t>
              </a:r>
            </a:p>
            <a:p>
              <a:pPr algn="ctr">
                <a:lnSpc>
                  <a:spcPts val="3600"/>
                </a:lnSpc>
              </a:pPr>
              <a:r>
                <a:rPr lang="en-US" sz="2000" dirty="0" err="1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</a:rPr>
                <a:t>Docente</a:t>
              </a:r>
              <a:endPara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</a:endParaRPr>
            </a:p>
            <a:p>
              <a:pPr algn="ctr">
                <a:lnSpc>
                  <a:spcPts val="4320"/>
                </a:lnSpc>
              </a:pPr>
              <a:r>
                <a:rPr lang="en-US" sz="2400" u="sng" dirty="0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  <a:hlinkClick r:id="rId4" tooltip="mailto:eduardo.tamayo@enyoi.co"/>
                </a:rPr>
                <a:t>Nombre.apellido@enyoi.co</a:t>
              </a:r>
            </a:p>
          </p:txBody>
        </p:sp>
      </p:grpSp>
      <p:sp>
        <p:nvSpPr>
          <p:cNvPr id="16" name="Freeform 16">
            <a:hlinkClick r:id="rId5" tooltip="https://wa.me/573206649412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>
            <a:hlinkClick r:id="rId8" tooltip="https://www.instagram.com/enyoi.co/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8">
            <a:hlinkClick r:id="rId11" tooltip="http://www.enyoi.co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Freeform 19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1" tooltip="http://www.enyoi.co"/>
              </a:rPr>
              <a:t>www.enyoi.co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8" tooltip="https://www.instagram.com/enyoi.co/"/>
              </a:rPr>
              <a:t>enyoi.co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20238" y="6526813"/>
            <a:ext cx="24678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5" tooltip="https://wa.me/573206649412"/>
              </a:rPr>
              <a:t>+57 3016736729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5" tooltip="https://www.tiktok.com/@enyoi.co"/>
              </a:rPr>
              <a:t>enyoi.co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68637" y="7010382"/>
            <a:ext cx="2744745" cy="47625"/>
            <a:chOff x="0" y="0"/>
            <a:chExt cx="722896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58126" y="7010382"/>
            <a:ext cx="2744745" cy="47625"/>
            <a:chOff x="0" y="0"/>
            <a:chExt cx="722896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" name="Google Shape;88;g2d7c13286f8_0_89">
            <a:extLst>
              <a:ext uri="{FF2B5EF4-FFF2-40B4-BE49-F238E27FC236}">
                <a16:creationId xmlns:a16="http://schemas.microsoft.com/office/drawing/2014/main" id="{F3EF8E1B-3B38-49F0-B0E1-90804987FDB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8698B696-E24B-4998-B961-AC408298D752}"/>
              </a:ext>
            </a:extLst>
          </p:cNvPr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D3DB85D7-B0D6-C5B6-1162-4B12C76A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43100"/>
            <a:ext cx="5756580" cy="71675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28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7243</TotalTime>
  <Words>408</Words>
  <Application>Microsoft Office PowerPoint</Application>
  <PresentationFormat>Personalizado</PresentationFormat>
  <Paragraphs>28</Paragraphs>
  <Slides>36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4" baseType="lpstr">
      <vt:lpstr>Poppins 3</vt:lpstr>
      <vt:lpstr>Calibri</vt:lpstr>
      <vt:lpstr>Poppins 1 Bold</vt:lpstr>
      <vt:lpstr>Google Sans Text</vt:lpstr>
      <vt:lpstr>Poppins</vt:lpstr>
      <vt:lpstr>Poppins 2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17</cp:revision>
  <dcterms:created xsi:type="dcterms:W3CDTF">2006-08-16T00:00:00Z</dcterms:created>
  <dcterms:modified xsi:type="dcterms:W3CDTF">2026-02-12T23:55:07Z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