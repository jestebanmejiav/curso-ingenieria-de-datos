
<file path=[Content_Types].xml><?xml version="1.0" encoding="utf-8"?>
<Types xmlns="http://schemas.openxmlformats.org/package/2006/content-types">
  <Default Extension="docx" ContentType="application/vnd.openxmlformats-officedocument.wordprocessingml.document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notesMasterIdLst>
    <p:notesMasterId r:id="rId93"/>
  </p:notesMasterIdLst>
  <p:sldIdLst>
    <p:sldId id="257" r:id="rId5"/>
    <p:sldId id="333" r:id="rId6"/>
    <p:sldId id="378" r:id="rId7"/>
    <p:sldId id="393" r:id="rId8"/>
    <p:sldId id="394" r:id="rId9"/>
    <p:sldId id="395" r:id="rId10"/>
    <p:sldId id="396" r:id="rId11"/>
    <p:sldId id="397" r:id="rId12"/>
    <p:sldId id="483" r:id="rId13"/>
    <p:sldId id="399" r:id="rId14"/>
    <p:sldId id="400" r:id="rId15"/>
    <p:sldId id="401" r:id="rId16"/>
    <p:sldId id="402" r:id="rId17"/>
    <p:sldId id="403" r:id="rId18"/>
    <p:sldId id="404" r:id="rId19"/>
    <p:sldId id="405" r:id="rId20"/>
    <p:sldId id="406" r:id="rId21"/>
    <p:sldId id="484" r:id="rId22"/>
    <p:sldId id="408" r:id="rId23"/>
    <p:sldId id="409" r:id="rId24"/>
    <p:sldId id="410" r:id="rId25"/>
    <p:sldId id="485" r:id="rId26"/>
    <p:sldId id="412" r:id="rId27"/>
    <p:sldId id="413" r:id="rId28"/>
    <p:sldId id="414" r:id="rId29"/>
    <p:sldId id="486" r:id="rId30"/>
    <p:sldId id="416" r:id="rId31"/>
    <p:sldId id="417" r:id="rId32"/>
    <p:sldId id="418" r:id="rId33"/>
    <p:sldId id="419" r:id="rId34"/>
    <p:sldId id="420" r:id="rId35"/>
    <p:sldId id="421" r:id="rId36"/>
    <p:sldId id="422" r:id="rId37"/>
    <p:sldId id="423" r:id="rId38"/>
    <p:sldId id="424" r:id="rId39"/>
    <p:sldId id="425" r:id="rId40"/>
    <p:sldId id="426" r:id="rId41"/>
    <p:sldId id="427" r:id="rId42"/>
    <p:sldId id="428" r:id="rId43"/>
    <p:sldId id="429" r:id="rId44"/>
    <p:sldId id="487" r:id="rId45"/>
    <p:sldId id="488" r:id="rId46"/>
    <p:sldId id="430" r:id="rId47"/>
    <p:sldId id="431" r:id="rId48"/>
    <p:sldId id="432" r:id="rId49"/>
    <p:sldId id="433" r:id="rId50"/>
    <p:sldId id="434" r:id="rId51"/>
    <p:sldId id="435" r:id="rId52"/>
    <p:sldId id="436" r:id="rId53"/>
    <p:sldId id="437" r:id="rId54"/>
    <p:sldId id="438" r:id="rId55"/>
    <p:sldId id="439" r:id="rId56"/>
    <p:sldId id="440" r:id="rId57"/>
    <p:sldId id="441" r:id="rId58"/>
    <p:sldId id="442" r:id="rId59"/>
    <p:sldId id="443" r:id="rId60"/>
    <p:sldId id="444" r:id="rId61"/>
    <p:sldId id="445" r:id="rId62"/>
    <p:sldId id="446" r:id="rId63"/>
    <p:sldId id="447" r:id="rId64"/>
    <p:sldId id="449" r:id="rId65"/>
    <p:sldId id="450" r:id="rId66"/>
    <p:sldId id="451" r:id="rId67"/>
    <p:sldId id="452" r:id="rId68"/>
    <p:sldId id="453" r:id="rId69"/>
    <p:sldId id="454" r:id="rId70"/>
    <p:sldId id="455" r:id="rId71"/>
    <p:sldId id="456" r:id="rId72"/>
    <p:sldId id="457" r:id="rId73"/>
    <p:sldId id="458" r:id="rId74"/>
    <p:sldId id="459" r:id="rId75"/>
    <p:sldId id="460" r:id="rId76"/>
    <p:sldId id="461" r:id="rId77"/>
    <p:sldId id="462" r:id="rId78"/>
    <p:sldId id="463" r:id="rId79"/>
    <p:sldId id="464" r:id="rId80"/>
    <p:sldId id="465" r:id="rId81"/>
    <p:sldId id="466" r:id="rId82"/>
    <p:sldId id="467" r:id="rId83"/>
    <p:sldId id="468" r:id="rId84"/>
    <p:sldId id="469" r:id="rId85"/>
    <p:sldId id="470" r:id="rId86"/>
    <p:sldId id="471" r:id="rId87"/>
    <p:sldId id="472" r:id="rId88"/>
    <p:sldId id="473" r:id="rId89"/>
    <p:sldId id="474" r:id="rId90"/>
    <p:sldId id="482" r:id="rId91"/>
    <p:sldId id="278" r:id="rId92"/>
  </p:sldIdLst>
  <p:sldSz cx="18288000" cy="10287000"/>
  <p:notesSz cx="6858000" cy="9144000"/>
  <p:embeddedFontLst>
    <p:embeddedFont>
      <p:font typeface="Poppins" panose="00000500000000000000" pitchFamily="2" charset="0"/>
      <p:regular r:id="rId94"/>
      <p:bold r:id="rId95"/>
      <p:italic r:id="rId96"/>
      <p:boldItalic r:id="rId97"/>
    </p:embeddedFont>
    <p:embeddedFont>
      <p:font typeface="Poppins 1 Bold" panose="020B0604020202020204" charset="0"/>
      <p:regular r:id="rId98"/>
    </p:embeddedFont>
    <p:embeddedFont>
      <p:font typeface="Poppins 2" panose="020B0604020202020204" charset="0"/>
      <p:regular r:id="rId99"/>
    </p:embeddedFont>
    <p:embeddedFont>
      <p:font typeface="Poppins 3" panose="020B0604020202020204" charset="0"/>
      <p:regular r:id="rId10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99" autoAdjust="0"/>
    <p:restoredTop sz="94622" autoAdjust="0"/>
  </p:normalViewPr>
  <p:slideViewPr>
    <p:cSldViewPr>
      <p:cViewPr varScale="1">
        <p:scale>
          <a:sx n="56" d="100"/>
          <a:sy n="56" d="100"/>
        </p:scale>
        <p:origin x="374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84" Type="http://schemas.openxmlformats.org/officeDocument/2006/relationships/slide" Target="slides/slide80.xml"/><Relationship Id="rId89" Type="http://schemas.openxmlformats.org/officeDocument/2006/relationships/slide" Target="slides/slide85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slide" Target="slides/slide62.xml"/><Relationship Id="rId74" Type="http://schemas.openxmlformats.org/officeDocument/2006/relationships/slide" Target="slides/slide70.xml"/><Relationship Id="rId79" Type="http://schemas.openxmlformats.org/officeDocument/2006/relationships/slide" Target="slides/slide75.xml"/><Relationship Id="rId87" Type="http://schemas.openxmlformats.org/officeDocument/2006/relationships/slide" Target="slides/slide83.xml"/><Relationship Id="rId102" Type="http://schemas.openxmlformats.org/officeDocument/2006/relationships/viewProps" Target="viewProp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90" Type="http://schemas.openxmlformats.org/officeDocument/2006/relationships/slide" Target="slides/slide86.xml"/><Relationship Id="rId95" Type="http://schemas.openxmlformats.org/officeDocument/2006/relationships/font" Target="fonts/font2.fntdata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slide" Target="slides/slide73.xml"/><Relationship Id="rId100" Type="http://schemas.openxmlformats.org/officeDocument/2006/relationships/font" Target="fonts/font7.fntdata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80" Type="http://schemas.openxmlformats.org/officeDocument/2006/relationships/slide" Target="slides/slide76.xml"/><Relationship Id="rId85" Type="http://schemas.openxmlformats.org/officeDocument/2006/relationships/slide" Target="slides/slide81.xml"/><Relationship Id="rId93" Type="http://schemas.openxmlformats.org/officeDocument/2006/relationships/notesMaster" Target="notesMasters/notesMaster1.xml"/><Relationship Id="rId98" Type="http://schemas.openxmlformats.org/officeDocument/2006/relationships/font" Target="fonts/font5.fntdata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103" Type="http://schemas.openxmlformats.org/officeDocument/2006/relationships/theme" Target="theme/theme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83" Type="http://schemas.openxmlformats.org/officeDocument/2006/relationships/slide" Target="slides/slide79.xml"/><Relationship Id="rId88" Type="http://schemas.openxmlformats.org/officeDocument/2006/relationships/slide" Target="slides/slide84.xml"/><Relationship Id="rId91" Type="http://schemas.openxmlformats.org/officeDocument/2006/relationships/slide" Target="slides/slide87.xml"/><Relationship Id="rId96" Type="http://schemas.openxmlformats.org/officeDocument/2006/relationships/font" Target="fonts/font3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81" Type="http://schemas.openxmlformats.org/officeDocument/2006/relationships/slide" Target="slides/slide77.xml"/><Relationship Id="rId86" Type="http://schemas.openxmlformats.org/officeDocument/2006/relationships/slide" Target="slides/slide82.xml"/><Relationship Id="rId94" Type="http://schemas.openxmlformats.org/officeDocument/2006/relationships/font" Target="fonts/font1.fntdata"/><Relationship Id="rId99" Type="http://schemas.openxmlformats.org/officeDocument/2006/relationships/font" Target="fonts/font6.fntdata"/><Relationship Id="rId101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97" Type="http://schemas.openxmlformats.org/officeDocument/2006/relationships/font" Target="fonts/font4.fntdata"/><Relationship Id="rId104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19:35.0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24575,'0'37'0,"1"1"0,3-1 0,1 1 0,1-1 0,14 42 0,-4-15 0,12 99 0,-8-39 0,-13-89 0,10 50 0,-4 2 0,4 116 0,16 225 0,1-223 0,8 78 0,-38 238 0,-6-288 0,2 2923 0,24-2695 0,-10-277 0,2 2 0,5 90 0,-19-140 0,13 248 0,44 444 0,13-154 0,37-7 0,-14-8 0,-66-347 0,2 19 0,26 147 0,30 245 0,-43-381 0,40 289 0,-39-294 0,14 87 0,15 310 0,-33-249 0,-23-310 0,28 219 0,-33-266-279,-5 221-1,-9-284-526,1-23-6020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19:43.0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1323 24575,'192'-2'0,"205"5"0,-219 15 0,40 2 0,-163-20 0,-31-1 0,0 1 0,-1 1 0,1 1 0,44 11 0,-37-5 0,1-2 0,0 0 0,50 1 0,100-8 0,-72-2 0,875 3 0,-960-1 0,1-2 0,-1 0 0,28-9 0,-25 5 0,1 2 0,37-3 0,285-8 0,383-7 0,137 24 0,-659-16 0,-60 1 0,45 9 0,-88 4 0,182-25 0,321-37 0,-410 50 0,404-1 0,-473 15 0,117-21 0,-40 1 0,-137 17 0,204-13 0,227-8 0,-420 20 0,97-17 0,-137 14 0,77-13 0,-55 8 0,110-5 0,209 2 0,-15-16 0,597-39 0,-693 54 0,249-8 0,-117 4 0,-27 1 0,205-37 0,-81 3 0,-173 41 0,58-2 0,-2-3 0,89-6 0,177-3 0,3 26 0,-238 2 0,1025-3 0,-1123-18 0,-69 2 0,743 10 0,-555 8 0,1256-2 0,-1623-3 0,79-13 0,49-3 0,-118 17 0,279-11 0,296-13 0,7 27 0,-228 2 0,1499-3 0,-1653 2 0,314-5 0,-214-19 0,-185 10 0,51-6 0,225-8 0,-16 8 0,-15-1 0,29 20 0,-425-3 0,0-3 0,70-16 0,-82 14 0,26-8 0,19-3 0,22-2 0,-67 11 0,1 3 0,43-4 0,-6 3 0,122-27 0,-101 15 0,739-135 0,-716 134-47,165-39-1271,-255 52-5508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0:03.2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155 12059 24575,'0'-10'0,"-1"-16"0,1 1 0,2 0 0,1-1 0,7-33 0,75-204 0,-77 223 0,-2-1 0,-2 1 0,-2-1 0,-6-72 0,2 25 0,2 73 0,0-6 0,0 0 0,-2-1 0,-5-27 0,5 41 0,0 0 0,-1 1 0,0 0 0,0 0 0,-1 0 0,0 0 0,0 0 0,0 1 0,-1-1 0,0 1 0,0 0 0,-11-8 0,5 4 0,-6-4 0,1-1 0,-16-19 0,27 27 0,0 1 0,1-1 0,-1-1 0,1 1 0,1 0 0,0-1 0,0 0 0,-4-16 0,1-11 0,-2-47 0,-1-14 0,-36-250 0,34 235 0,6-218 0,7 176 0,0 74 0,4-1 0,3 1 0,3 1 0,27-89 0,-11 53 0,-4-2 0,9-143 0,-24 159 0,3 1 0,42-158 0,-22 132 0,21-179 0,-9-87 0,-7 57 0,-13 39 0,-7 62 0,5-540 0,-23 622 0,-5 26 0,-38-214 0,19 162 0,12 77 0,-3 1 0,-45-145 0,51 208 0,2 0 0,2-1 0,1 1 0,0-45 0,-4-30 0,-16-49 0,11 89 0,4-1 0,-1-84 0,13-843 0,1 948 0,13-80 0,2-18 0,-8 32 0,5 0 0,51-198 0,14-33 0,-54 230 0,46-115 0,-13 56 0,-38 110 0,3 0 0,3 3 0,3 0 0,50-80 0,-59 115 0,1 0 0,41-42 0,-1 3 0,-49 53 0,1 1 0,0 1 0,1 0 0,0 1 0,20-12 0,89-44 0,-35 20 0,118-56 0,-160 76 0,1 3 0,55-21 0,-80 36 0,1 2 0,-1 0 0,2 2 0,-1 0 0,1 2 0,27-1 0,199 5 0,-87 2 0,-149-1 0,-1 0 0,1 1 0,0 1 0,0 0 0,-1 1 0,0 1 0,0 0 0,20 10 0,11 10 0,47 34 0,-33-20 0,80 63 0,-70-48 0,-22-20 0,-22-17 0,-1 1 0,0 0 0,-2 2 0,34 38 0,-33-29 0,54 75 0,-68-91 0,1 0 0,0-1 0,15 14 0,23 27 0,50 71 0,-7-10 0,4-3 0,-59-72 0,38 54 0,108 145 0,-34-48 0,-80-106 0,-45-58 0,0 1 0,32 55 0,-8-6 0,10 19 0,20 30 0,-48-83 0,24 49 0,197 349 0,-185-350 0,11 18 0,-36-38 0,-22-38 0,1 1 0,23 28 0,-15-24 0,25 46 0,2 3 0,38 60 0,-43-70 0,33 45 0,28 47 0,-45-66 0,-32-50 0,-10-14 0,33 38 0,116 165 0,-30-39 0,10 17 0,-48-65 0,266 404 0,-301-458 0,25 41 0,-2 13 0,20 38 0,13 9 0,-27-47 0,38 96 0,-58-116 0,-30-55 0,190 273 0,-4-10 0,-160-216 0,168 288 0,-203-341 0,44 70 0,-10-25 0,34 49 0,-62-103 0,15 19 0,-14-16 0,-11-16 0,359 419 0,-334-407 0,-31-34 0,39 51 0,-51-59 0,1 0 0,1-2 0,41 33 0,4 4 0,82 74 0,25 23 0,-107-94 0,98 68 0,-73-56 0,19 13 0,372 245 0,-395-279 0,18 14 0,-81-49 0,1-2 0,1 0 0,0-2 0,36 13 0,13 5 0,149 70 0,434 182 0,-503-229 0,1-7 0,164 26 0,-166-44 0,1-6 0,240 2 0,-363-22 0,-1 1 0,44 10 0,33 3 0,107 2 0,100 5 0,756-17 0,-584-8 0,1201 3 0,-1648-2 0,68-12 0,-15 1 0,482 2 0,-365 14 0,-194-3 0,62 1 0,0-4 0,122-18 0,-144 12 0,-22 4 0,43-12 0,-42 9 0,1 1 0,0 2 0,61-2 0,40-5 0,186-44 0,-85 4 0,-30 5 0,-157 39 0,0 1 0,66 1 0,-31 2 0,-1-3 0,114-26 0,-93 14 0,-9-1 0,-55 11 0,0 1 0,76-3 0,679 11 0,-328 2 0,6208-2 0,-6623-3 0,84-14 0,19-2 0,-89 14 0,77-14 0,-77 10 0,127-1 0,15-1 0,46-34 0,-66 14 0,73-36 0,-99 36 0,-110 23 0,61-17 0,44-30 0,-122 43 0,0 2 0,1 1 0,0 2 0,54-3 0,-15 1 0,296-42 0,420-65 0,-514 61 0,-166 37 0,-45 8 0,12 1 0,129 0 0,-38 4 0,-138 2 0,45-11 0,-48 7 0,1 2 0,31-2 0,532 3 0,-343 6 0,3030-1 0,-3258-2-341,0 0 0,0-2-1,28-7 1,-16 2-6485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0:10.2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499 226 24575,'0'-2'0,"-1"0"0,0 0 0,0 1 0,1-1 0,-1 0 0,0 0 0,-1 1 0,1-1 0,0 1 0,0-1 0,-1 1 0,1 0 0,-1-1 0,1 1 0,-1 0 0,1 0 0,-3-1 0,-32-18 0,35 19 0,-14-5 0,-1 0 0,0 1 0,0 1 0,0 1 0,0 0 0,-1 1 0,1 0 0,-1 2 0,0 0 0,1 1 0,-1 0 0,-24 6 0,32-4 0,0-1 0,0 2 0,0-1 0,1 1 0,-1 1 0,1 0 0,0 0 0,0 0 0,0 1 0,1 0 0,-13 14 0,11-9 0,1 1 0,0-1 0,0 1 0,1 1 0,1-1 0,0 1 0,-5 19 0,3-4 0,2 1 0,1-1 0,1 1 0,1 0 0,2 0 0,1-1 0,4 39 0,-3-61 0,0 0 0,1 0 0,-1-1 0,1 1 0,1-1 0,-1 0 0,1 1 0,-1-1 0,1 0 0,1 0 0,-1-1 0,1 1 0,0-1 0,7 7 0,5 3 0,1-1 0,32 18 0,1 1 0,-22-13 0,1-2 0,1-1 0,1-1 0,0-1 0,0-2 0,2-1 0,-1-2 0,38 7 0,-17-2 0,-43-11 0,0 0 0,1 0 0,-1-1 0,1 0 0,0 0 0,-1-2 0,1 1 0,11-2 0,-7-1 0,1-1 0,-1-1 0,0 0 0,0-1 0,-1-1 0,1-1 0,-1 1 0,0-2 0,-1 0 0,0-1 0,0 0 0,-1-1 0,0 0 0,-1-1 0,0-1 0,-1 1 0,0-2 0,-1 1 0,13-24 0,-3 1 0,-2-2 0,-2 1 0,-1-2 0,-2 0 0,9-47 0,-17 61 0,-2 0 0,0 0 0,-1 0 0,-1 0 0,-2 0 0,0 0 0,-2 1 0,0-1 0,-1 1 0,-2 0 0,-1 0 0,-13-30 0,15 44 0,0 0 0,0 0 0,-1 1 0,0-1 0,0 2 0,-1-1 0,0 1 0,0 0 0,-1 1 0,-15-9 0,10 6 0,-1 1 0,-1 1 0,1 1 0,-1 0 0,0 1 0,-19-3 0,26 7 10,1 0 0,-1 1 0,1 0 0,-1 0 0,1 1 0,0 0 0,-1 0 0,1 1 0,0 0 0,0 1 0,-14 6 0,2 0-381,1 2-1,1 0 1,-24 20 0,23-17-6455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0:40.2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24575,'3'4'0,"0"1"0,1-1 0,-2 0 0,1 1 0,-1 0 0,1 0 0,-1 0 0,0 0 0,-1 0 0,0 0 0,2 6 0,4 62 0,-6-62 0,1 36 0,0-2 0,10 60 0,-1-28 0,-4-1 0,-5 121 0,2 21 0,0-182 0,10 42 0,-6-42 0,3 44 0,-8 294 0,-6-196 0,3 758 0,3-874 0,12 69 0,1 18 0,-11-7 0,10 110 0,43 193 0,-20-172 0,-32-215 0,28 409 0,-31-410 0,12 70 0,1 16 0,9 140 0,-7-90 0,17 65 0,1 15 0,-24-175 0,37 149 0,2 13 0,-6 265 0,-19-124 0,26-6 0,-32-257 0,-14-94 0,36 352 0,-7 120 0,-30-455 0,13 99 0,4 76 0,-22-27 0,-1-78 0,16 147 0,7-3 0,-18-202 0,12 116 0,4 86 0,-18-239 0,13 67 0,1 6 0,-11 137 0,-6-148 0,15 129 0,3-41 0,-9 269 0,-10-301 0,5-100 0,3 1 0,22 99 0,-2-22 0,-5-18 0,-9-62 0,-4 0 0,3 57 0,-7-30 0,2 0 0,4-1 0,22 79 0,-28-140 0,30 102 0,-26-88 0,-1 0 0,-1 0 0,-2 1 0,-1-1 0,-2 1 0,-3 39 0,1-28 0,2-1 0,10 72 0,25 131 0,-24-148 0,-2 84 0,-4-49 0,-3-106 0,11 39 0,-8-41 0,-1 0 0,1 25 0,-6 188 0,2 16 0,-2-250 1,0-1-1,1 1 0,-1-1 1,1 1-1,0 0 1,-1-1-1,1 0 1,0 1-1,1-1 0,-1 1 1,0-1-1,1 0 1,-1 0-1,1 0 0,-1 0 1,4 3-1,0-1-228,1 0-1,0-1 0,0 1 0,0-1 1,6 2-1,54 20-6597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0:44.0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1 153 24575,'882'0'0,"-614"-20"0,0 1 0,-232 19 0,25 0 0,112-14 0,178-24 0,-80 12 0,-145 9 0,166-2 0,-252 20-1365,-7-1-5461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0:44.7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124 0 24575,'0'1035'0,"-1"-984"0,-3-1 0,-1 0 0,-3 0 0,-2-1 0,-20 58 0,29-106-20,-1 6 48,0 0 0,-1 0 0,0 0 0,-6 10 0,9-16-37,0-1 1,-1 1 0,1-1 0,-1 0-1,1 1 1,0-1 0,-1 1 0,1-1-1,-1 0 1,1 1 0,-1-1 0,1 0-1,-1 1 1,1-1 0,-1 0 0,1 0-1,-1 0 1,1 1 0,-1-1 0,1 0 0,-1 0-1,0 0 1,1 0 0,-1 0 0,0 0-1,0-1-65,0 1-1,-1-1 0,1 0 0,0 0 1,0 1-1,0-1 0,0 0 0,0 0 1,1 0-1,-1 0 0,0 0 1,0 0-1,1 0 0,-1-1 0,0 1 1,0-1-1,-16-38-6751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0:45.7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 24575,'38'-1'0,"-18"0"0,0 1 0,0 0 0,1 2 0,-1 0 0,-1 1 0,1 1 0,27 9 0,70 26 0,-80-29 0,-1 1 0,46 23 0,-77-32 0,0 1 0,0 0 0,0 0 0,-1 1 0,1-1 0,-1 1 0,0 0 0,0 0 0,0 0 0,-1 1 0,0-1 0,1 1 0,-2 0 0,1 0 0,0 0 0,-1 0 0,0 0 0,0 1 0,-1-1 0,1 1 0,-1-1 0,0 1 0,-1-1 0,1 10 0,0 30 0,-1-1 0,-2 0 0,-2 1 0,-2-1 0,-2-1 0,-21 65 0,-107 245 0,107-286 0,-175 459 0,133-354-1365,51-130-5461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1:06.4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1 24575,'3'51'0,"2"0"0,16 68 0,-9-58 0,3 41 0,3 125 0,-16 105 0,-3-208 0,-1-77 0,-14 76 0,1-4 0,-5 35 0,9-89 0,-1 77 0,11 644 0,3-361 0,-4-252 0,5 192 0,3-314 0,2 1 0,17 59 0,4 27 0,-21-92 0,8 52 0,5 117 0,-13-116 0,5 0 0,36 139 0,-27-138 0,-12-39 0,3 89 0,-7-63 0,82 538 0,-32-312 0,21 109 0,-45-243 0,11 217 0,50 386 0,-57-532 0,9 96 0,23 166 0,41 74 0,-95-510 0,7 146 0,4 31 0,48 174 0,40 209 0,-75-430 0,19 90 0,-30-142 0,7 22 0,22-1 0,-48-151 0,-2 0 0,0 1 0,-2 0 0,2 27 0,6 40 0,-3-47 0,17 47 0,-14-53 0,-1 1 0,9 77 0,-5 81 0,-9-89 0,-2-74 0,9 36 0,3 21 0,-12-63 62,11 39 1,-7-39-808,3 34 0,-8-34-6081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1:15.6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116 522 24575,'3'3'0,"-1"0"0,1 0 0,-1 1 0,0-1 0,0 1 0,0-1 0,-1 1 0,1 0 0,-1-1 0,0 1 0,1 6 0,3 46 0,-4-31 0,2 64 0,-3 0 0,-5 0 0,-4-1 0,-29 127 0,5-10 0,2-7 0,28-185 0,2-2 0,-1-1 0,-1 0 0,-6 17 0,9-28 0,0 1 0,0 0 0,0 0 0,0 0 0,0 0 0,0 0 0,0-1 0,0 1 0,0 0 0,0 0 0,0 0 0,0 0 0,0-1 0,0 1 0,0 0 0,0 0 0,0 0 0,0 0 0,0 0 0,0 0 0,0-1 0,0 1 0,-1 0 0,1 0 0,0 0 0,0 0 0,0 0 0,0 0 0,0 0 0,0-1 0,0 1 0,-1 0 0,1 0 0,0 0 0,0 0 0,0 0 0,0 0 0,-1 0 0,1 0 0,0 0 0,0 0 0,0 0 0,0 0 0,0 0 0,-1 0 0,1 0 0,0 0 0,0 0 0,0 0 0,0 0 0,0 0 0,-1 0 0,1 0 0,0 1 0,0-1 0,0 0 0,0 0 0,0 0 0,-1 0 0,1 0 0,0 0 0,0 0 0,0 0 0,0 1 0,0-1 0,-3-17 0,-2-314 0,8 194 0,-3-444 0,0 573 0,0 0 0,1 1 0,0-1 0,0 0 0,0 1 0,1-1 0,3-8 0,-4 15 0,0-1 0,-1 1 0,1-1 0,0 1 0,0 0 0,0-1 0,0 1 0,0 0 0,0 0 0,1 0 0,-1 0 0,0 0 0,0 0 0,1 0 0,-1 0 0,1 0 0,-1 0 0,1 1 0,-1-1 0,1 1 0,-1-1 0,1 1 0,0 0 0,-1-1 0,1 1 0,-1 0 0,1 0 0,0 0 0,-1 0 0,1 1 0,0-1 0,-1 0 0,1 1 0,-1-1 0,1 1 0,-1-1 0,1 1 0,-1 0 0,3 1 0,-1 0 0,0 0 0,1 0 0,-1 0 0,1-1 0,-1 1 0,1-1 0,0 0 0,0 1 0,0-2 0,-1 1 0,1 0 0,0-1 0,0 0 0,0 0 0,0 0 0,0 0 0,0-1 0,0 1 0,0-1 0,0 0 0,-1 0 0,1-1 0,4-1 0,4-4 0,-1-1 0,1-1 0,-2 0 0,1 0 0,-1-1 0,-1-1 0,0 1 0,13-21 0,55-105 0,-67 116 0,27-57 0,-18 36 0,42-69 0,-57 104 0,0 1 0,0-1 0,1 1 0,0 0 0,0 0 0,0 1 0,0-1 0,1 1 0,7-4 0,-12 7 0,1 0 0,0 1 0,0-1 0,0 0 0,0 1 0,0 0 0,0-1 0,0 1 0,0 0 0,0 0 0,0 0 0,0 0 0,0 0 0,0 1 0,0-1 0,0 1 0,0-1 0,0 1 0,0 0 0,0-1 0,0 1 0,0 0 0,-1 0 0,1 0 0,0 1 0,-1-1 0,1 0 0,-1 1 0,1-1 0,-1 1 0,0-1 0,1 1 0,1 3 0,7 12 0,1 1 0,-2-1 0,-1 2 0,0-1 0,6 24 0,23 104 0,-30-114 0,15 66-455,-4 1 0,8 144 0,-25-189-6371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1:16.3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1 149 24575,'6'0'0,"16"0"0,16 0 0,15-7 0,18-1 0,9 0 0,30-5 0,87-13 0,55-2 0,55-3 0,-24 4-8191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0:53.4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83 575 24575,'0'-2'0,"0"0"0,0 0 0,1 0 0,-1-1 0,1 1 0,0 0 0,0 0 0,0 0 0,0 0 0,0 0 0,0 0 0,0 0 0,1 1 0,-1-1 0,0 0 0,3-1 0,30-23 0,-25 19 0,41-27 0,20-14 0,66-61 0,-115 90 0,28-24 0,-2-2 0,65-81 0,-106 118 0,0 0 0,0 1 0,1 0 0,0 0 0,0 1 0,0-1 0,1 1 0,12-6 0,-16 10 0,1-1 0,1 1 0,-1 0 0,0 1 0,0-1 0,1 1 0,-1 1 0,1-1 0,-1 0 0,1 1 0,-1 0 0,0 1 0,1-1 0,-1 1 0,1 0 0,5 2 0,-3-1 0,0 0 0,0 1 0,-1 0 0,1 0 0,-1 0 0,0 1 0,0 0 0,0 1 0,0 0 0,-1 0 0,1 0 0,-1 1 0,-1-1 0,1 1 0,-1 1 0,0-1 0,0 1 0,-1 0 0,0 0 0,0 1 0,-1-1 0,0 1 0,3 12 0,0 3 0,-1 0 0,-1 1 0,-1 0 0,-2-1 0,0 1 0,-1 0 0,-2 0 0,0 0 0,-1 0 0,-2-1 0,0 0 0,-9 24 0,-9 12 0,-1-1 0,-4-1 0,-42 68 0,67-122 0,1 1 0,0 0 0,0 0 0,0 0 0,0 0 0,1 0 0,0 0 0,-1 0 0,0 9 0,3-12 0,-1 0 0,0 1 0,0-1 0,1 0 0,-1 1 0,1-1 0,-1 0 0,1 0 0,0 0 0,-1 1 0,1-1 0,0 0 0,0 0 0,0 0 0,0 0 0,0 0 0,0-1 0,0 1 0,0 0 0,0 0 0,0-1 0,0 1 0,0 0 0,1-1 0,-1 1 0,0-1 0,0 0 0,1 1 0,-1-1 0,0 0 0,1 0 0,-1 0 0,0 0 0,2 0 0,1 1 0,9 0 0,0 1 0,0 1 0,24 8 0,-33-10 0,0 1 0,0 1 0,0-1 0,0 0 0,0 1 0,0 0 0,-1 0 0,0 0 0,1 0 0,-1 1 0,0-1 0,-1 1 0,1 0 0,-1-1 0,4 8 0,-1 3 0,0 0 0,-1 0 0,0 0 0,-1 0 0,-1 1 0,1 26 0,-7 91 0,1-100 0,-2 0 0,-1 0 0,-2 0 0,0-1 0,-3 0 0,-23 50 0,29-72 0,0 0 0,0 0 0,-1-1 0,0 0 0,0 0 0,-1 0 0,0-1 0,-12 10 0,12-13 0,1 1 0,-1-2 0,0 1 0,-1-1 0,1 0 0,0 0 0,-1-1 0,1 0 0,-1 0 0,0-1 0,-11 1 0,-195-4 0,92-2 0,87 4 0,0-2 0,0-2 0,1-1 0,-1-1 0,-38-14 0,62 15 0,0-1 0,1 0 0,-1-1 0,1 0 0,1 0 0,-1-1 0,1 0 0,1-1 0,-1 0 0,1-1 0,1 0 0,-9-15 0,15 25 0,0-1 0,1 0 0,-1 0 0,1 0 0,-1 0 0,1 0 0,-1 0 0,1 0 0,0 0 0,-1 0 0,1 0 0,0 0 0,0 0 0,0 0 0,0 0 0,0 0 0,0-1 0,0 1 0,0 0 0,0 0 0,1 0 0,-1 0 0,0 0 0,1 0 0,-1 0 0,0 0 0,1 0 0,0 0 0,-1 0 0,1 1 0,-1-1 0,1 0 0,1-1 0,2-1 0,0-1 0,1 1 0,-1 0 0,1 0 0,7-2 0,-7 2 0,30-13-682,53-17-1,-22 13-6143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0:55.6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81 461 24575,'-1'15'0,"0"-1"0,-2 1 0,0 0 0,-4 14 0,-7 29 0,-8 41 0,14-70 0,2 0 0,-6 49 0,9-11 0,7 92 0,-3-144 0,2-1 0,-1 1 0,2-1 0,0 0 0,0 0 0,2-1 0,-1 1 0,2-1 0,0-1 0,0 1 0,1-1 0,1 0 0,0-1 0,0 0 0,1 0 0,1-1 0,0 0 0,22 15 0,1-5 0,-20-10 0,0-2 0,0 1 0,1-2 0,0 0 0,0-1 0,1 0 0,0-1 0,24 4 0,7-5 0,-1-2 0,89-8 0,-127 5 0,1 0 0,0-1 0,-1 0 0,1-1 0,-1 0 0,1 0 0,-1-1 0,0 0 0,-1 0 0,1-1 0,12-10 0,-10 6 0,0-1 0,0 0 0,-1-1 0,-1 0 0,0 0 0,12-24 0,-3 0 0,-3-1 0,-1-1 0,-1 0 0,9-57 0,-5-3 0,6-142 0,-19-104 0,-3 328 0,-1 1 0,0-1 0,-1 0 0,0 1 0,-2-1 0,1 1 0,-2 0 0,-6-14 0,7 20 0,0 1 0,-1 0 0,1 0 0,-2 0 0,1 0 0,-1 1 0,0 0 0,0 0 0,0 1 0,-1 0 0,0 0 0,0 0 0,0 1 0,-1 0 0,-10-4 0,-20-5 0,-67-15 0,-25-7 0,109 28 0,0 1 0,0 1 0,-35-3 0,42 6 0,1 1 0,-1 1 0,1 1 0,0 0 0,-1 0 0,-25 7 0,34-6 5,1 0 0,-1 0 0,1 0 0,0 1 0,-1-1 0,1 1 0,0 0 0,1 0 0,-1 1 0,0-1 0,1 1 1,0 0-1,0-1 0,0 1 0,0 1 0,1-1 0,-1 0 0,1 1 0,0-1 0,1 1 0,-1 0 0,-1 9 0,0 6-273,0 0-1,1 1 1,2-1 0,1 23 0,-1-39 128,2 30-6686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0:56.3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24575,'0'0'-8191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0:58.1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1273 24575,'1'0'0,"1"1"0,-1-1 0,0 0 0,1 1 0,-1 0 0,1-1 0,-1 1 0,0 0 0,0-1 0,1 1 0,-1 0 0,0 0 0,0 0 0,0 0 0,0 0 0,0 0 0,0 1 0,1 1 0,16 27 0,-16-25 0,9 19 0,-1 1 0,-1-1 0,-1 2 0,-1-1 0,3 27 0,8 135 0,-17-176 0,1 8 0,0 0 0,6 21 0,-2-26 0,-7-31 0,-25-149 0,-7-195 0,30 49 0,4 323 0,1 1 0,0-1 0,1 0 0,6 16 0,-2-3 0,4 15 0,1-2 0,2 0 0,1 0 0,2-2 0,24 37 0,-40-69 0,1 0 0,0 0 0,0 0 0,0-1 0,0 1 0,0 0 0,1-1 0,-1 0 0,1 0 0,-1 1 0,1-2 0,0 1 0,0 0 0,0 0 0,0-1 0,0 0 0,1 1 0,5 0 0,-6-2 0,1-1 0,-1 0 0,0 0 0,1 0 0,-1 0 0,0-1 0,0 1 0,0-1 0,0 0 0,0 0 0,0 0 0,0 0 0,-1 0 0,1-1 0,-1 1 0,0-1 0,0 0 0,1 0 0,1-4 0,20-30 0,-1-2 0,-2 0 0,32-83 0,165-516 0,-138 385 0,-75 238 0,6-20 0,24-50 0,-34 83 0,0-1 0,0 1 0,1 0 0,-1 0 0,0 0 0,1 0 0,0 0 0,-1 1 0,4-3 0,-4 3 0,-1 1 0,1 0 0,-1-1 0,1 1 0,0 0 0,-1 0 0,1-1 0,0 1 0,-1 0 0,1 0 0,0 0 0,-1 0 0,1 0 0,0 0 0,-1 0 0,1 0 0,0 0 0,-1 0 0,1 0 0,0 1 0,-1-1 0,1 0 0,0 1 0,3 1 0,-1 1 0,0 0 0,0 0 0,0 0 0,0 1 0,-1-1 0,1 1 0,-1-1 0,3 6 0,7 14 0,-1-1 0,-1 1 0,-2 1 0,7 25 0,19 106 0,-24-101 0,97 573 0,-90-516 0,42 301 0,-50-354-1365,1-18-5461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1:19.5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309 523 24575,'-1'7'0,"0"0"0,0 1 0,-1-2 0,0 1 0,0 0 0,0 0 0,-1 0 0,-4 6 0,3-6 0,1 0 0,0 0 0,0 0 0,1 0 0,0 0 0,-1 9 0,3-15 0,0 0 0,0-1 0,0 1 0,0 0 0,0 0 0,1-1 0,-1 1 0,0 0 0,0 0 0,1-1 0,-1 1 0,1 0 0,-1-1 0,0 1 0,1 0 0,-1-1 0,1 1 0,-1-1 0,1 1 0,0-1 0,-1 1 0,1-1 0,-1 1 0,1-1 0,0 0 0,0 1 0,-1-1 0,1 0 0,0 1 0,-1-1 0,1 0 0,0 0 0,0 0 0,0 0 0,-1 0 0,1 0 0,0 0 0,0 0 0,-1 0 0,1 0 0,0 0 0,0 0 0,0-1 0,43-8 0,-37 7 0,31-12 0,-1-1 0,-1-2 0,0-1 0,54-39 0,-2 3 0,108-56 0,258-156 0,-421 245 0,2 2 0,0 1 0,63-22 0,-95 39 0,1 0 0,-1 0 0,1 0 0,-1 0 0,1 1 0,-1-1 0,1 1 0,-1 0 0,1 0 0,0 0 0,-1 1 0,1-1 0,-1 1 0,1 0 0,-1 0 0,0 0 0,6 3 0,-5-1 0,1 0 0,-1 0 0,0 0 0,-1 0 0,1 1 0,0 0 0,-1 0 0,0 0 0,0 0 0,0 0 0,2 6 0,3 6 0,-2 1 0,0 1 0,0-1 0,-2 1 0,5 33 0,-6-29 0,-1 1 0,-1 0 0,-1-1 0,-2 1 0,0 0 0,-6 29 0,4-36 0,-1 1 0,-1-1 0,0 0 0,-1-1 0,-1 0 0,0 0 0,-1 0 0,-1-1 0,-13 15 0,5-9 0,-2-1 0,0 0 0,-33 22 0,-72 39 0,83-54 0,-2 1 0,-1-1 0,-2-2 0,0-2 0,-1-3 0,-53 15 0,148-33 0,39-4 0,-60 2 0,-5 0 0,0 0 0,-1 1 0,29 5 0,-43-4 0,0 0 0,0 1 0,0 0 0,0 0 0,-1 0 0,1 1 0,-1-1 0,1 1 0,-1 1 0,0-1 0,0 1 0,0 0 0,-1 0 0,1 0 0,6 10 0,-1 0 0,-1 0 0,0 1 0,-1 0 0,-1 0 0,0 1 0,-1 0 0,-1 1 0,-1-1 0,4 25 0,-5-16 0,-1 0 0,-1 1 0,-2-1 0,-1 0 0,-8 44 0,-5-8 0,-3-2 0,-2 0 0,-3-1 0,-42 76 0,-81 150 0,133-256 0,-33 47 0,40-67 0,1-1 0,-2 1 0,1-1 0,-1-1 0,0 1 0,0-1 0,-1 0 0,1-1 0,-1 0 0,-12 6 0,-12 1 0,-1-2 0,0-1 0,-1-2 0,-60 6 0,-140-5 0,129-13 0,-109-19 0,186 20 0,3 2 0,-1-2 0,1-2 0,-43-13 0,57 12-1365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1:11.4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24575,'0'6'0,"6"9"0,10 15 0,7 8 0,0 11 0,3 10 0,-3 7 0,1 0 0,2 8 0,4 10 0,-3-2 0,-6-3 0,-7-8 0,-6-10 0,2-8 0,0-7 0,-2-5 0,-3-10-8191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1:11.8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24575,'0'0'-8191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1:13.8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1 379 24575,'0'-15'0,"0"-11"0,5-44 0,-4 61 0,1-1 0,1 1 0,0-1 0,0 1 0,1 0 0,0 0 0,10-15 0,0 3 0,2 1 0,0 1 0,1 0 0,1 2 0,38-30 0,-50 42 0,0 1 0,1 0 0,0 1 0,-1-1 0,1 1 0,1 0 0,-1 1 0,0 0 0,0 0 0,1 1 0,-1-1 0,1 2 0,0-1 0,14 2 0,-17-1 0,1 1 0,-1 0 0,0 1 0,0-1 0,-1 1 0,1 0 0,0 0 0,0 0 0,-1 1 0,0 0 0,1 0 0,-1 0 0,0 0 0,0 1 0,-1-1 0,1 1 0,-1 0 0,0 0 0,0 1 0,0-1 0,0 0 0,2 7 0,1 5 0,-1 0 0,-1 0 0,0 0 0,-1 0 0,-1 0 0,0 32 0,-1-25 0,1 1 0,6 29 0,-6-49 0,-1 0 0,0 0 0,1-1 0,-1 1 0,1 0 0,0-1 0,1 0 0,-1 1 0,0-1 0,1 0 0,0 0 0,-1 0 0,1-1 0,1 1 0,-1-1 0,0 1 0,0-1 0,1 0 0,7 3 0,4 0 0,1 0 0,0 0 0,28 3 0,18 5 0,-48-8 0,1 0 0,-1 1 0,-1 0 0,24 16 0,-30-17 0,0 0 0,-1 1 0,1 0 0,-1 0 0,0 0 0,-1 1 0,0 0 0,0 0 0,7 15 0,1 4 0,-1 1 0,-1 1 0,-2 0 0,-1 0 0,-1 1 0,-2-1 0,0 1 0,0 47 0,-5-59 0,2 22 0,-3 1 0,-1-1 0,-14 74 0,14-102 0,-1 0 0,0-1 0,-1 1 0,-1-1 0,1 0 0,-2-1 0,1 1 0,-1-1 0,-1 0 0,1 0 0,-2-1 0,1 1 0,-1-2 0,0 1 0,-1-1 0,0-1 0,0 1 0,-18 8 0,11-8 0,0-1 0,0-1 0,-1 0 0,0-1 0,1-1 0,-36 2 0,-108-7 0,84-1 0,59 2 0,-1 0 0,1-1 0,-1-1 0,-17-5 0,31 8 0,0-1 0,0-1 0,0 1 0,1 0 0,-1-1 0,0 0 0,1 0 0,-1 0 0,1 0 0,0 0 0,0-1 0,0 1 0,0-1 0,0 0 0,0 0 0,1 0 0,-1-1 0,1 1 0,0 0 0,0-1 0,0 1 0,1-1 0,-3-6 0,4 8-57,0 0 0,0 0 1,0-1-1,0 1 0,1 0 0,-1 0 0,1 0 0,-1 0 0,1 0 0,0 0 0,-1 0 1,1 0-1,0 0 0,0 1 0,1-1 0,-1 0 0,0 0 0,1 1 0,-1-1 1,0 1-1,1-1 0,0 1 0,2-2 0,20-13-6769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1:26.6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24575,'0'0'-8191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4:26.1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1823 120 24575,'-4'0'0,"0"-1"0,0 0 0,0-1 0,0 1 0,0-1 0,0 1 0,-5-4 0,-13-6 0,-262-66 0,223 68 0,-1 3 0,0 2 0,-94 7 0,35 0 0,82-3 0,-151 4 0,151 0 0,1 1 0,-74 19 0,48-9 0,44-11 0,0 0 0,1 2 0,-28 10 0,40-12 0,1 0 0,0 1 0,0 0 0,0 0 0,0 0 0,1 1 0,0-1 0,0 1 0,1 0 0,-1 1 0,1-1 0,1 1 0,-4 8 0,-4 8 0,2 1 0,-9 40 0,12-41 0,2 0 0,1 0 0,1 1 0,1-1 0,0 0 0,2 1 0,1-1 0,1 1 0,12 43 0,-2-16 0,-11-37 0,2 1 0,0-1 0,1 0 0,0-1 0,9 17 0,28 48 0,-25-44 0,2 0 0,25 33 0,-36-54 0,0 0 0,-1 0 0,-1 1 0,0 0 0,-1 0 0,-1 1 0,4 15 0,-3-9 0,2 0 0,12 30 0,28 68 0,-38-91 0,2 0 0,0 0 0,2-2 0,23 38 0,-19-39 0,5 6 0,0-1 0,33 33 0,-47-54 0,2-1 0,-1 0 0,1-1 0,0 1 0,1-2 0,0 0 0,0 0 0,0-1 0,0 0 0,22 5 0,14-3 0,1-1 0,0-3 0,0-1 0,56-7 0,4 2 0,85 3 0,-256-1 0,-112 5 0,145-2 0,0 2 0,0 1 0,-53 17 0,54-12 0,-13 5 0,0-1 0,-1-2 0,-1-2 0,-49 5 0,17-10 0,0 4 0,-82 20 0,139-23 0,-1 0 0,2 2 0,-1 0 0,1 1 0,0 1 0,1 1 0,0 0 0,-29 26 0,25-17 0,1 1 0,1 1 0,0 1 0,2 0 0,-23 41 0,10-20 0,23-35 0,0 1 0,0 0 0,-9 21 0,-20 58 0,-25 97 0,49-139 0,2 0 0,3 1 0,1 0 0,1 50 0,4 2 0,5 141 0,14-134 0,-11-70 0,4 47 0,-6-49 0,1 0 0,1-1 0,2 1 0,27 64 0,12 42 0,-7-10 0,-9-36 0,-14-46 0,2-1 0,3-1 0,41 66 0,-48-85 0,94 144 0,-105-164 0,0 0 0,0 0 0,1 0 0,0 0 0,0-1 0,1 0 0,0-1 0,0 1 0,1-1 0,0-1 0,9 6 0,-6-6 0,0 0 0,0-2 0,0 1 0,0-1 0,0-1 0,1 0 0,-1 0 0,23-1 0,242-4 0,-59 0 0,-184 2 0,-1-2 0,1-1 0,44-11 0,94-36 0,-103 27 0,67-34 0,-110 48 0,0 1 0,0 1 0,42-6 0,-36 7 0,54-17 0,-48 12 35,0 2 1,58-8-1,-62 13-403,1-1 0,-1-2 1,53-20-1,-62 17-6458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4:34.0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913 1 24575,'-20'22'0,"13"-15"0,1 0 0,-1 0 0,-12 9 0,-44 26 0,-78 37 0,-5 4 0,92-49 0,-53 44 0,91-65 0,0 2 0,1 0 0,0 1 0,2 0 0,-1 1 0,2 1 0,-11 20 0,1 8 0,3 0 0,1 2 0,2 0 0,-14 77 0,-16 204 0,41-279 0,-9 70 0,-26 275 0,31 151 0,12-326 0,-5-94 0,5 141 0,4-218 0,2-1 0,2 0 0,22 60 0,15 58 0,-31-89 0,4-2 0,3 0 0,4-1 0,2-2 0,47 80 0,42 95 0,-4-7 0,-71-159 0,-22-39 0,2-2 0,38 52 0,-55-84 0,0-1 0,0 0 0,1-1 0,0 0 0,0 0 0,0-1 0,17 8 0,66 24 0,-82-34 0,2 1 17,0 0 0,0-1 1,0-1-1,0 0 0,0 0 0,20-1 0,-25-1-123,0-1 0,0 1 0,1-2 0,-1 1 0,0-1 0,0 0-1,0 0 1,-1 0 0,1-1 0,0 0 0,-1 0 0,1 0 0,5-6 0,14-14-6720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4:34.9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24575,'1'1'0,"1"-1"0,-1 1 0,1-1 0,0 1 0,-1 0 0,0-1 0,1 1 0,-1 0 0,1 0 0,-1 0 0,0 0 0,0 0 0,0 0 0,1 0 0,-1 1 0,0-1 0,0 0 0,-1 1 0,1-1 0,0 0 0,0 1 0,-1-1 0,2 4 0,12 39 0,-13-39 0,16 82 0,6 103 0,-16-118 0,21 417 0,-29 0 0,-2-210 0,2 775-1365,1-1023-5461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4:35.4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1 130 24575,'341'29'0,"-143"-6"0,53-6 0,282-15 0,-479-4 0,-1-3 0,0-3 0,0-1 0,61-20 0,-110 28 8,0-1-1,0 1 1,0-1-1,-1 0 1,1 0-1,0 0 0,-1-1 1,0 1-1,1-1 1,-1 0-1,0 0 1,0 0-1,-1 0 1,1 0-1,2-5 0,-2 2-155,-1 0 0,0 0-1,0 0 1,0 0-1,-1 0 1,1 0-1,-2 0 1,1 0-1,-1-8 1,0-23-6678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4:36.1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45 24575,'7'0'0,"-1"1"0,0 1 0,-1-1 0,1 1 0,0 0 0,8 4 0,12 4 0,59 14 0,1-4 0,0-3 0,165 9 0,1071-51-1256,-1277 21 1167,177-22 290,-198 21-382,1-1 0,-2-1 0,1-1-1,-1-1 1,-1-1 0,39-23 0,-30 11-5598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4:37.3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1 321 24575,'8'8'0,"-1"2"0,0-1 0,-1 1 0,0 0 0,9 19 0,18 55 0,-33-83 0,8 27 0,0 2 0,-3-1 0,3 32 0,-1-12 0,-2-33 0,-5-16 0,0 0 0,0 0 0,0 0 0,0 0 0,0 0 0,1 0 0,-1 1 0,0-1 0,0 0 0,0 0 0,0 0 0,1 0 0,-1 0 0,0 0 0,0 0 0,0 0 0,0 0 0,1 0 0,-1 0 0,0 0 0,0 0 0,0 0 0,1 0 0,-1 0 0,0 0 0,0 0 0,0 0 0,0 0 0,1 0 0,-1 0 0,0 0 0,0 0 0,0-1 0,0 1 0,1 0 0,-1 0 0,0 0 0,0 0 0,0-1 0,17-26 0,-15 23 0,111-249 0,26-51 0,-135 295 0,2 1 0,-1 0 0,1 0 0,0 0 0,0 1 0,1 0 0,0 0 0,1 1 0,-1 0 0,1 0 0,17-9 0,-21 13 0,0 1 0,0-1 0,0 1 0,1 0 0,-1 0 0,1 0 0,-1 0 0,1 1 0,-1 0 0,0 0 0,1 0 0,-1 1 0,1-1 0,-1 1 0,1 0 0,-1 0 0,0 1 0,0-1 0,0 1 0,1 0 0,-2 0 0,1 0 0,0 1 0,0-1 0,-1 1 0,1 0 0,4 6 0,4 4 0,-1 0 0,-1 1 0,0 0 0,-1 1 0,0 0 0,-1 0 0,-1 1 0,7 23 0,-1 2 0,-2 1 0,6 52 0,-4 40 0,-10 248 0,-6-250 0,3-131 0,-1-1 0,1 1 0,0-1 0,0 1 0,0-1 0,0 1 0,0-1 0,0 1 0,0-1 0,0 1 0,1-1 0,-1 1 0,0-1 0,0 1 0,0-1 0,0 1 0,1-1 0,-1 1 0,0-1 0,0 0 0,1 1 0,-1-1 0,0 1 0,1-1 0,-1 0 0,0 1 0,1-1 0,-1 0 0,1 1 0,-1-1 0,1 0 0,-1 0 0,1 0 0,-1 1 0,1-1 0,-1 0 0,1 0 0,-1 0 0,1 0 0,-1 0 0,1 0 0,-1 0 0,1 0 0,-1 0 0,1 0 0,-1 0 0,1 0 0,-1 0 0,1 0 0,-1 0 0,1-1 0,-1 1 0,1 0 0,-1 0 0,0-1 0,1 1 0,-1 0 0,1-1 0,-1 1 0,0 0 0,1-1 0,39-30 0,-25 19 0,35-25-1365,0 1-5461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4:38.7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489 84 24575,'0'-2'0,"0"1"0,0 0 0,0 0 0,-1 0 0,1 0 0,0 0 0,-1 0 0,1 0 0,-1 0 0,1 0 0,-1 0 0,1 0 0,-1 0 0,0 0 0,1 0 0,-1 0 0,0 0 0,0 1 0,1-1 0,-1 0 0,0 1 0,0-1 0,0 0 0,0 1 0,0-1 0,0 1 0,0 0 0,0-1 0,0 1 0,0 0 0,-1 0 0,1-1 0,0 1 0,0 0 0,0 0 0,0 0 0,-2 1 0,-1-1 0,1 0 0,0 0 0,-1 1 0,1-1 0,0 1 0,-1 0 0,1 0 0,0 0 0,0 1 0,0-1 0,-6 4 0,0 4 0,-1 0 0,1 0 0,0 1 0,1 1 0,1-1 0,-1 1 0,-7 17 0,-37 90 0,44-99 0,-22 69 0,3 1 0,4 2 0,-18 148 0,33-171 0,2 0 0,4 1 0,8 94 0,-6-156 0,2 1 0,-1-1 0,1 1 0,0-1 0,0 1 0,1-1 0,4 9 0,-5-14 0,-1 0 0,0 0 0,1 1 0,-1-1 0,1 0 0,0-1 0,0 1 0,0 0 0,0-1 0,0 1 0,0-1 0,0 1 0,0-1 0,1 0 0,-1 0 0,0 0 0,1 0 0,-1 0 0,1-1 0,-1 1 0,1-1 0,-1 1 0,1-1 0,3 0 0,1-1 0,0 0 0,1-1 0,-1 0 0,0 0 0,-1 0 0,1-1 0,0 0 0,-1 0 0,1-1 0,-1 0 0,0 0 0,0 0 0,-1-1 0,1 0 0,-1 0 0,0 0 0,0-1 0,-1 1 0,0-1 0,5-8 0,7-13 0,-1-2 0,-1 0 0,11-35 0,-22 57 0,20-62 0,-3 0 0,-3-1 0,-4-1 0,8-108 0,-12-286 0,-10 407 0,-1 8 0,-1 43 0,-1 13 0,-3 18 0,-5 73 0,2 174 0,10-186 0,-3 1191 0,5-643 0,-2-579 0,-3 0 0,-1 0 0,-4-1 0,-1 1 0,-3-2 0,-2 1 0,-33 77 0,43-121 0,0 0 0,-1 0 0,0-1 0,-1 1 0,0-1 0,0-1 0,-1 1 0,0-1 0,-12 9 0,16-13 0,0-1 0,-1 0 0,1 0 0,-1 0 0,0 0 0,1-1 0,-1 1 0,0-1 0,0 0 0,0 0 0,0-1 0,0 1 0,0-1 0,0 0 0,0 0 0,0 0 0,0 0 0,0-1 0,-1 1 0,2-1 0,-1-1 0,0 1 0,0 0 0,0-1 0,-5-2 0,-6-6 0,1 0 0,0 0 0,0-2 0,1 0 0,0 0 0,1-1 0,1 0 0,-15-22 0,13 14 0,0-1 0,0 0 0,2-1 0,1 0 0,-10-35 0,18 47 7,0 0-1,1-1 0,1 1 0,-1-1 1,2 1-1,0 0 0,0-1 1,1 1-1,0 0 0,1 0 1,0 0-1,1 0 0,0 0 1,1 1-1,8-14 0,10-15-329,3 0-1,40-48 0,-50 67-171,45-55-6331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4:39.8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0 579 24575,'2'0'0,"-1"1"0,0-1 0,0 0 0,0 1 0,0-1 0,0 0 0,0 1 0,0-1 0,0 1 0,0 0 0,0-1 0,0 1 0,0 0 0,0 0 0,0-1 0,-1 1 0,1 0 0,0 0 0,-1 0 0,1 0 0,1 2 0,10 26 0,-10-22 0,15 49 0,-3 0 0,-2 0 0,7 97 0,-18-145 0,16 320 0,-17-323 0,0-7 0,-1-15 0,0-35 0,1-81 0,6-1 0,6 1 0,6 1 0,35-132 0,-38 206 0,2 1 0,3 1 0,3 0 0,46-82 0,-65 132 0,0 1 0,0 0 0,0 0 0,0 0 0,1 1 0,0-1 0,0 1 0,0 0 0,1 1 0,5-4 0,-9 6 0,0 0 0,0 0 0,0 0 0,0 0 0,0 1 0,0-1 0,1 1 0,-1-1 0,0 1 0,0 0 0,0 0 0,1 0 0,-1 0 0,0 0 0,0 0 0,1 1 0,-1-1 0,0 1 0,0-1 0,0 1 0,0 0 0,0 0 0,0 0 0,0 0 0,0 0 0,0 1 0,-1-1 0,1 0 0,0 1 0,-1-1 0,3 4 0,1 2-117,0 1 0,-1-1 0,0 1 0,3 10 0,-3-9-663,9 22-6046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4:40.9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195 441 24575,'7'0'0,"-1"1"0,1-1 0,0-1 0,-1 1 0,1-1 0,-1 0 0,1-1 0,-1 0 0,1 0 0,-1 0 0,0-1 0,0 0 0,0 0 0,0 0 0,-1-1 0,1 0 0,-1 0 0,0 0 0,0 0 0,-1-1 0,1 0 0,-1 0 0,0-1 0,0 1 0,-1-1 0,6-10 0,-2 1 0,0-1 0,-2 0 0,1 0 0,-2 0 0,0 0 0,-1-1 0,-1 0 0,0 0 0,-1 1 0,-1-1 0,-1 0 0,0 0 0,-1 0 0,-1 1 0,-8-29 0,10 41 0,-1 1 0,1-1 0,-1 1 0,0-1 0,1 1 0,-2 0 0,1 0 0,0 0 0,-1 0 0,1 0 0,-1 0 0,0 1 0,0-1 0,0 1 0,0 0 0,0 0 0,-1 0 0,1 0 0,-5-2 0,4 4 0,1-1 0,0 1 0,-1-1 0,1 1 0,0 0 0,-1 0 0,1 1 0,0-1 0,-1 1 0,1-1 0,0 1 0,0 0 0,-1 0 0,1 1 0,0-1 0,0 1 0,0-1 0,1 1 0,-1 0 0,0 0 0,1 0 0,-5 5 0,-7 8 0,1 1 0,0 0 0,1 1 0,1 0 0,0 1 0,1 0 0,-14 38 0,-37 148 0,50-161 0,-10 52 0,4 0 0,5 1 0,4 1 0,6 140 0,1-184 0,0-33 0,1-1 0,1 1 0,0-1 0,1 0 0,6 22 0,-7-37 0,1-1 0,0 1 0,0-1 0,0 1 0,0-1 0,0 0 0,1 0 0,-1 0 0,1 0 0,0 0 0,0 0 0,0-1 0,0 1 0,0-1 0,1 0 0,-1 0 0,1 0 0,-1-1 0,1 1 0,0-1 0,-1 0 0,1 0 0,4 0 0,11 3 0,0-2 0,0-1 0,28-1 0,-33 0 0,-9 0 0,172-8 0,-174 7 0,1 1 0,-1-1 0,0 0 0,0 0 0,0 0 0,0 0 0,0-1 0,0 1 0,0-1 0,0 0 0,0 1 0,-1-1 0,1-1 0,-1 1 0,0 0 0,1 0 0,-1-1 0,0 0 0,0 1 0,-1-1 0,1 0 0,1-4 0,2-5 0,-1 0 0,0 0 0,-1-1 0,2-18 0,-1 11 0,3-17-109,32-151-1147,-19 120-5570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4:42.6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224 0 24575,'-5'1'0,"1"0"0,0 1 0,0-1 0,0 1 0,-1 0 0,2 0 0,-7 4 0,-3 1 0,5-3 0,1 0 0,1 1 0,-1-1 0,1 1 0,0 1 0,0-1 0,0 1 0,1 0 0,-9 13 0,11-15 0,0 1 0,1 0 0,-1-1 0,1 1 0,0 0 0,0 0 0,1 0 0,-1 0 0,1 0 0,0 1 0,1-1 0,-1 0 0,1 0 0,0 1 0,1 9 0,0-12 0,0 0 0,1-1 0,-1 1 0,0 0 0,1 0 0,0-1 0,0 1 0,-1-1 0,1 1 0,1-1 0,-1 0 0,0 0 0,1 0 0,-1 0 0,1 0 0,-1 0 0,1-1 0,0 1 0,0-1 0,0 0 0,0 0 0,0 0 0,0 0 0,4 0 0,3 1 0,0 0 0,0-1 0,1 0 0,-1-1 0,0 0 0,12-2 0,-3-2 0,0-1 0,-1-1 0,0-1 0,0 0 0,-1-1 0,0-1 0,31-22 0,-23 15 0,0 1 0,31-12 0,-55 26 0,1 0 0,-1 1 0,1-1 0,0 0 0,-1 1 0,1-1 0,-1 1 0,1 0 0,0-1 0,0 1 0,-1 0 0,1 0 0,0 0 0,-1 0 0,1 0 0,0 1 0,0-1 0,-1 0 0,1 1 0,0-1 0,-1 1 0,1 0 0,-1 0 0,1-1 0,-1 1 0,1 0 0,-1 0 0,0 0 0,1 1 0,-1-1 0,0 0 0,0 0 0,0 1 0,0-1 0,0 1 0,1 1 0,1 5 0,0 0 0,0 0 0,-1 1 0,0-1 0,2 18 0,-1-3 0,9 50 0,3 118 0,-16 77 0,-1-113 0,2-132 0,-2-1 0,0 0 0,-1 1 0,-1-1 0,-1-1 0,-1 1 0,-11 26 0,14-40 0,0-1 0,-1 1 0,0-1 0,-1 0 0,1 0 0,-1 0 0,-1 0 0,1-1 0,-1 0 0,0 0 0,-1-1 0,1 1 0,-1-1 0,0-1 0,0 1 0,-1-1 0,1-1 0,-1 1 0,0-1 0,0-1 0,-17 4 0,-19-2 0,0-2 0,-75-7 0,19 1 0,-7 3-1365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4:44.9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911 421 24575,'-19'-22'0,"-31"-43"0,31 38 0,-22-23 0,4 9 0,-77-76 0,100 104 0,-1 1 0,-1 0 0,0 1 0,0 1 0,-1 0 0,-22-8 0,30 15 0,0 0 0,-1 1 0,1 0 0,0 1 0,-1 0 0,1 0 0,0 1 0,-1 0 0,1 1 0,-11 2 0,13-2 0,0 0 0,0 1 0,0 0 0,0 1 0,0 0 0,0 0 0,1 0 0,0 0 0,-1 1 0,1 0 0,1 1 0,-1-1 0,-8 10 0,-15 19 0,2 1 0,1 2 0,2 1 0,1 1 0,2 1 0,-24 60 0,24-35 0,2 1 0,3 0 0,4 1 0,1 0 0,0 76 0,12 256 0,3-355 0,2 0 0,21 77 0,38 79 0,-58-179 0,1-1 0,0 0 0,2 0 0,0-1 0,1 0 0,22 27 0,-25-36 0,1-1 0,-1 1 0,2-2 0,-1 1 0,1-1 0,0-1 0,1 0 0,-1 0 0,1-1 0,0 0 0,1-1 0,-1 0 0,13 2 0,14 0 0,1-1 0,-1-3 0,1 0 0,52-6 0,-79 2 0,-1 0 0,0-1 0,0-1 0,0 1 0,-1-2 0,1 1 0,-1-1 0,0-1 0,0 0 0,-1 0 0,0-1 0,0-1 0,0 1 0,-1-1 0,0 0 0,-1-1 0,8-11 0,10-16 0,-1-1 0,-2-2 0,17-40 0,-26 49 0,-1-1 0,-1 0 0,-2 0 0,-1-1 0,-2 0 0,-1-1 0,1-34 0,-3-351 0,-6 200 0,4 181 0,-2 0 0,-1 0 0,-2 0 0,-14-57 0,16 85 0,-1 0 0,0 0 0,-1 1 0,0-1 0,0 1 0,0-1 0,-1 1 0,-1 1 0,1-1 0,-1 1 0,0 0 0,-1 0 0,0 1 0,0 0 0,0 0 0,-1 0 0,0 1 0,0 0 0,0 1 0,-1 0 0,1 0 0,-1 1 0,-16-4 0,18 5-151,0 1-1,1 0 0,-1 0 0,0 1 1,0 0-1,0 0 0,0 1 1,-8 1-1,-11 6-6674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4:49.4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246 625 24575,'0'1431'0,"2"-1375"0,15 80 0,2 42 0,-18-117 0,13 81 0,29 199 0,-12-81 0,-8-23 0,2 17 0,-11-162 0,60 552 0,-54-394 0,0 48 0,-1-63 0,0-8 0,-19-225 0,1 52 0,11 84 0,-11-123 0,-6-13 0,4-4 0,-1 1 0,0-1 0,1 0 0,0 0 0,-1 0 0,1 0 0,0 0 0,0 0 0,0 0 0,-1-3 0,-20-61 0,-20-108 0,31 124 0,-64-405 0,60 349 0,-2-24 0,-3-29 0,10 94 0,-2-71 0,12-256 0,1 167 0,-3 185 0,-2 0 0,-13-54 0,5 30 0,4 14 0,-6-26 0,-5-128 0,20 31 0,1 74 0,-19-178 0,-22-18 0,-18-118 0,38 265 0,-6-121 0,11 112 0,0-22 0,-9-77 0,0-182 0,21 390 0,-13-79 0,0 2 0,13 101-682,-8-45-1,1 38-6143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4:57.2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158 1 24575,'52'1'0,"-1"2"0,1 2 0,-1 2 0,91 26 0,-43-7 0,-118-23 0,-19-2 0,-20-2 0,-82 1 0,134 1 0,0 0 0,0 0 0,0 1 0,0 0 0,0 0 0,0 0 0,1 1 0,-1 0 0,1 0 0,-1 0 0,1 0 0,0 1 0,1 0 0,-1 0 0,1 1 0,-1-1 0,-4 8 0,-6 9 0,2 0 0,1 1 0,-12 26 0,-14 26 0,23-51 0,0 1 0,2 1 0,1 0 0,-13 39 0,6-8 0,10-33 0,1 1 0,0 1 0,-4 33 0,5 14 0,4 1 0,7 101 0,-2-150 0,1 0 0,1 0 0,11 38 0,-11-52 0,0 0 0,0 0 0,1-1 0,0 0 0,0 0 0,1 0 0,1-1 0,-1 0 0,1 0 0,15 13 0,-6-9 0,0-1 0,1-1 0,-1-1 0,2 0 0,-1-1 0,1-1 0,1-1 0,-1 0 0,1-2 0,38 5 0,12-3 0,120-7 0,-98-1 0,2 3 0,86-4 0,-140-7 0,-38 10 0,-1-1 0,1 1 0,-1 0 0,1 0 0,-1 0 0,1-1 0,-1 1 0,1 0 0,-1 0 0,1-1 0,-1 1 0,0-1 0,1 1 0,-1 0 0,1-1 0,-1 1 0,0-1 0,0 1 0,1 0 0,-1-1 0,0 1 0,0-1 0,1 0 0,-2 0 0,1 1 0,-1-1 0,1 0 0,-1 1 0,0-1 0,1 0 0,-1 1 0,0-1 0,1 1 0,-1-1 0,0 1 0,0 0 0,1-1 0,-1 1 0,0 0 0,0-1 0,0 1 0,1 0 0,-1 0 0,-2 0 0,-24-5 0,0 1 0,-1 2 0,1 1 0,-30 2 0,14 0 0,27-1 0,1 0 0,-1 2 0,1 0 0,0 0 0,-1 2 0,2 0 0,-1 0 0,0 2 0,1-1 0,0 2 0,0 0 0,0 1 0,1 0 0,1 1 0,-1 0 0,1 1 0,1 1 0,0 0 0,0 0 0,1 1 0,-16 26 0,-79 110 0,93-130 0,2 0 0,0 1 0,1 0 0,0 1 0,2 0 0,1 0 0,-5 25 0,3-4 0,3 0 0,-1 71 0,5-22 0,5 254 0,-2-312 0,2 1 0,1-1 0,2 0 0,1 0 0,1 0 0,2-2 0,25 53 0,-21-55 0,-2-2 0,1 0 0,1-2 0,24 30 0,-32-47 0,-1 0 0,1 0 0,1-1 0,-1 1 0,1-2 0,0 1 0,0-1 0,0-1 0,1 1 0,0-2 0,0 1 0,0-1 0,0 0 0,11 1 0,43 4 0,0-4 0,1-2 0,65-7 0,-18 1 0,225 3-1365,-293 1-5461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4:58.8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729 2110 24575,'0'-4'0,"-1"0"0,1 0 0,-1 0 0,0 0 0,0 0 0,0 0 0,0 0 0,-1 0 0,1 1 0,-1-1 0,0 0 0,0 1 0,-1 0 0,1-1 0,-1 1 0,1 0 0,-1 0 0,0 1 0,0-1 0,-1 1 0,1-1 0,0 1 0,-1 0 0,1 0 0,-7-2 0,-9-3 0,0 0 0,0 2 0,-39-7 0,31 7 0,-27-5 0,-94-24 0,138 30 0,-1 1 0,0 0 0,-1 1 0,1 0 0,-20 0 0,25 3 0,0-1 0,0 1 0,0 0 0,0 1 0,0-1 0,0 1 0,1 0 0,-1 1 0,1-1 0,-1 1 0,1 0 0,-6 5 0,0 1 0,1 0 0,1 0 0,0 1 0,0 0 0,1 1 0,0 0 0,1 0 0,0 1 0,-9 24 0,4-7 0,1 2 0,2-1 0,-5 35 0,5 3 0,3 1 0,4-1 0,6 78 0,-1-30 0,-3-100 0,1-1 0,1 1 0,1-1 0,0 0 0,0 0 0,2 0 0,10 25 0,-13-35 0,0 0 0,1 0 0,0-1 0,-1 1 0,2-1 0,-1 1 0,1-1 0,-1 0 0,1 0 0,0 0 0,0-1 0,1 0 0,-1 0 0,1 0 0,0 0 0,0 0 0,0-1 0,0 0 0,0 0 0,0-1 0,0 1 0,1-1 0,-1 0 0,0 0 0,8-1 0,-6 0 0,0-1 0,-1-1 0,1 1 0,0-1 0,-1 0 0,1-1 0,-1 0 0,0 0 0,0 0 0,0-1 0,0 1 0,0-1 0,-1-1 0,0 1 0,0-1 0,5-6 0,7-8 0,-1-1 0,27-44 0,11-37 0,-5-1 0,47-143 0,-80 201 0,-1-1 0,-2 0 0,-2 0 0,-2-1 0,4-72 0,-9-191 0,-6 214 0,1-90 0,-8-318 0,-2 337 0,-32-167 0,31 260 0,-4-1 0,-3 2 0,-30-75 0,35 123 0,14 24 0,-1 0 0,1 0 0,0 0 0,0-1 0,0 1 0,0 0 0,-1 0 0,1 0 0,0 0 0,0 0 0,0 0 0,0-1 0,-1 1 0,1 0 0,0 0 0,0 0 0,-1 0 0,1 0 0,0 0 0,0 0 0,0 0 0,-1 0 0,1 0 0,0 0 0,0 0 0,0 0 0,-1 0 0,1 0 0,0 0 0,0 1 0,0-1 0,-1 0 0,1 0 0,0 0 0,0 0 0,-1 0 0,-4 17 0,4 18 0,4 67 0,0-61 0,25 355 0,10 270 0,-37-88 89,-3-269-1543,2-273-5372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5:00.1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460 102 24575,'0'-8'0,"0"0"0,-1 0 0,1 0 0,-1 1 0,-1-1 0,-2-7 0,3 12 0,0 1 0,0-1 0,0 1 0,-1 0 0,1 0 0,-1 0 0,1 0 0,-1 0 0,0 0 0,0 0 0,0 0 0,0 1 0,0-1 0,0 1 0,0-1 0,0 1 0,-1 0 0,1 0 0,-1 0 0,1 0 0,-5 0 0,1 0 0,0 0 0,0 1 0,0 0 0,-1 0 0,1 1 0,0 0 0,0 0 0,0 0 0,0 1 0,0 0 0,1 0 0,-1 1 0,0-1 0,1 1 0,0 0 0,0 1 0,-9 6 0,-5 5 0,1 1 0,1 0 0,-19 24 0,14-12 0,0 2 0,2 1 0,1 0 0,1 1 0,2 1 0,2 1 0,1 0 0,-12 45 0,14-30 0,2 0 0,2 1 0,2-1 0,2 1 0,6 80 0,0-109 0,0-1 0,1 0 0,1 0 0,0-1 0,12 27 0,-11-34 0,-1 0 0,1 0 0,1-1 0,0 1 0,1-2 0,0 1 0,1-1 0,0-1 0,15 14 0,-21-21 0,1 0 0,0 0 0,0 0 0,0 0 0,0-1 0,0 1 0,0-1 0,0 0 0,0 0 0,1-1 0,-1 1 0,0-1 0,0 0 0,1 0 0,-1 0 0,0-1 0,0 1 0,1-1 0,-1 0 0,0-1 0,0 1 0,0-1 0,0 1 0,6-5 0,3-1 0,-1-1 0,0 0 0,0-1 0,-1-1 0,0 1 0,11-15 0,-5 2 0,0 0 0,-1-2 0,-1 0 0,-2-1 0,0 0 0,-2-1 0,14-47 0,-5 1 0,17-128 0,-15-102 0,-16 170 0,-2 104 0,-4 28 0,0 1 0,0-1 0,0 0 0,0 0 0,0 0 0,0 0 0,0 0 0,0 0 0,0 1 0,0-1 0,0 0 0,0 0 0,0 0 0,0 0 0,1 0 0,-1 0 0,0 1 0,0-1 0,0 0 0,0 0 0,0 0 0,0 0 0,0 0 0,0 0 0,0 0 0,0 0 0,0 0 0,0 1 0,1-1 0,-1 0 0,0 0 0,0 0 0,0 0 0,0 0 0,0 0 0,0 0 0,1 0 0,-1 0 0,0 0 0,0 0 0,0 0 0,0 0 0,0 0 0,0 0 0,1 0 0,-1 0 0,0 0 0,0 0 0,0 0 0,0 0 0,0 0 0,0 0 0,0 0 0,1 0 0,-1 0 0,0 0 0,0 0 0,0-1 0,0 1 0,0 0 0,0 0 0,0 0 0,0 0 0,1 0 0,-1 0 0,0 0 0,0 0 0,0-1 0,0 1 0,11 45 0,4 38 0,4-1 0,31 85 0,-43-148 0,2 0 0,0 0 0,1-1 0,1-1 0,1 0 0,0 0 0,25 24 0,-15-20 0,1-1 0,1-1 0,1-1 0,39 21 0,-62-37 0,0-1 0,0 0 0,0 0 0,1 0 0,-1 0 0,0 0 0,0 0 0,1-1 0,-1 1 0,0-1 0,0 0 0,1 1 0,-1-1 0,1 0 0,-1-1 0,0 1 0,1 0 0,-1 0 0,4-2 0,-4 1 0,0-1 0,0 1 0,0-1 0,0 1 0,-1-1 0,1 0 0,0 0 0,-1 0 0,1 0 0,-1 0 0,0 0 0,0 0 0,0-1 0,0 1 0,0 0 0,0 0 0,0-1 0,-1 1 0,1-3 0,2-12-455,-1 1 0,0-24 0,-2 5-6371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5:02.2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501 3758 24575,'0'-4'0,"-1"0"0,0 1 0,0-1 0,0 0 0,0 1 0,-1-1 0,1 1 0,-1 0 0,0-1 0,0 1 0,0 0 0,0 0 0,-1 0 0,1 0 0,-1 1 0,0-1 0,0 1 0,0-1 0,0 1 0,0 0 0,0 0 0,-5-1 0,-5-4 0,-1 1 0,1 0 0,-1 1 0,-19-4 0,27 7 0,0 0 0,1 1 0,-1 0 0,0 0 0,0 0 0,0 1 0,0 0 0,0 0 0,0 0 0,0 1 0,0 0 0,0 0 0,0 1 0,0 0 0,0 0 0,1 0 0,-1 0 0,1 1 0,0 0 0,0 0 0,0 0 0,0 1 0,0 0 0,1 0 0,-6 6 0,-30 42 0,3 1 0,-33 64 0,59-96 0,2 0 0,0 2 0,1-1 0,1 1 0,1 0 0,1 0 0,-3 40 0,6 168 0,5-157 0,-3-23 0,2 54 0,-1-94 0,1 0 0,0 0 0,0 0 0,1 0 0,1 0 0,8 18 0,-9-24 0,0 0 0,1 0 0,0-1 0,0 1 0,0-1 0,0 0 0,1 0 0,-1-1 0,1 1 0,0-1 0,0 0 0,1-1 0,-1 1 0,0-1 0,1 0 0,0 0 0,-1 0 0,1-1 0,0 0 0,0 0 0,0-1 0,0 0 0,-1 0 0,8-1 0,2 1 0,0-2 0,0 0 0,0-1 0,-1 0 0,1-2 0,-1 1 0,0-2 0,22-11 0,-13 2 0,1-1 0,-2-1 0,-1-2 0,0 0 0,-1-1 0,-1-1 0,31-44 0,1-14 0,42-86 0,77-197 0,-138 276 0,-2-1 0,23-124 0,-28 54-43,6-227-1,-28-163-845,-4 386 653,-8-1159 236,-8 906 0,-34 10 0,26 303 0,23 96 0,1 1 0,-1 0 0,1-1 0,-1 1 0,-1 0 0,1 0 0,-4-4 0,6 8 0,0-1 0,0 1 0,-1 0 0,1 0 0,0-1 0,0 1 0,-1 0 0,1 0 0,0-1 0,-1 1 0,1 0 0,0 0 0,-1 0 0,1-1 0,-1 1 0,1 0 0,0 0 0,-1 0 0,1 0 0,0 0 0,-1 0 0,1 0 0,-1 0 0,1 0 0,0 0 0,-1 0 0,1 0 0,-1 0 0,1 0 0,0 0 0,-1 1 0,1-1 0,0 0 0,-1 0 0,1 0 0,-1 1 0,1-1 0,0 0 0,0 0 0,-1 1 0,0-1 0,-1 6 0,-1-1 0,1 0 0,-1 1 0,1 0 0,1-1 0,-1 1 0,1 0 0,0 0 0,0 7 0,-12 474 0,15-334 0,-2 324 281,6 565-171,8-723-2,-5-222-776,27 120 0,-27-182-5474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5:16.5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38 1 24575,'0'6'0,"0"9"0,0 8 0,-6 7 0,-3 5 0,1 9 0,2 10 0,1 2 0,2-8-8191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5:18.6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1331 1 24575,'-82'-1'0,"0"5"0,-96 15 0,79 4 0,62-13 0,1-2 0,-59 5 0,76-12 0,0 2 0,0 0 0,0 1 0,1 1 0,-1 1 0,1 0 0,0 1 0,1 1 0,-25 16 0,17-8 0,2 1 0,0 1 0,1 1 0,1 1 0,-30 37 0,8-6 0,18-24 0,1 2 0,2 1 0,-34 59 0,26-22 0,2 1 0,4 1 0,-25 113 0,31-89 0,5 0 0,-3 128 0,16-219 0,0 13 0,0-1 0,0 1 0,1 0 0,5 16 0,-6-27 0,1-1 0,0 0 0,0 0 0,0 1 0,1-1 0,-1 0 0,1 0 0,0 0 0,-1-1 0,1 1 0,1 0 0,-1-1 0,0 1 0,1-1 0,-1 0 0,1 0 0,0 0 0,-1 0 0,1 0 0,0 0 0,0-1 0,0 1 0,1-1 0,2 1 0,3-1 0,-1 0 0,1 0 0,-1-1 0,1 0 0,-1 0 0,0-1 0,1 0 0,-1-1 0,1 1 0,-1-2 0,9-2 0,12-7 0,46-25 0,-9-2 0,-2-3 0,-2-3 0,105-97 0,-159 134 0,0 0 0,0 1 0,1 0 0,0 0 0,0 1 0,1 0 0,-1 0 0,1 1 0,0 1 0,1 0 0,-1 0 0,1 1 0,0 0 0,0 1 0,0 0 0,0 1 0,0 0 0,20 1 0,-12 0 0,1 1 0,-1 1 0,0 1 0,0 0 0,0 2 0,0 0 0,29 12 0,-14 2 0,-1 0 0,-1 2 0,-1 1 0,-1 2 0,-1 1 0,-2 1 0,0 2 0,-2 0 0,-1 2 0,29 45 0,-2 10 0,-3 3 0,63 163 0,-49-112 0,-30-71 0,24 74 0,-43-103 0,-1 1 0,-2 1 0,-2 0 0,-2 0 0,2 47 0,-9-59 0,-1 0 0,-1 0 0,-1 0 0,-2 0 0,-1-1 0,-1 0 0,-1-1 0,-2 0 0,-1 0 0,0-1 0,-2 0 0,-1-2 0,-1 1 0,-2-2 0,-24 28 0,27-35 0,0 0 0,-30 22 0,37-32 0,-1 0 0,0-1 0,-1 0 0,1 0 0,-1-1 0,0-1 0,-20 5 0,-30 5 0,-1-3 0,0-3 0,-1-3 0,1-2 0,-1-3 0,-105-14 0,108 6 0,42 8 0,-1-1 0,1 0 0,0-2 0,0 0 0,0-1 0,1 0 0,-1-2 0,-20-10 0,-22-14 0,45 25 0,13 5-50,0 1-1,-1-1 1,1 1-1,0-1 0,0 0 1,0 1-1,0-1 1,-1 0-1,1 0 1,0 0-1,0 0 0,1 0 1,-1 0-1,0 0 1,0 0-1,0 0 1,1-1-1,-1 1 0,1 0 1,-1 0-1,1-1 1,-1 1-1,1 0 1,0-1-1,-1 1 1,1-3-1,3-14-6775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5:19.9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575 992 24575,'27'-32'0,"-1"-1"0,-1-1 0,28-52 0,-45 73 0,22-40 0,-2-1 0,-2 0 0,23-73 0,-39 94 0,-1 0 0,-1-1 0,-2 0 0,-2-1 0,-1 1 0,-1-1 0,-4-38 0,1 66 0,0 1 0,0-1 0,-1 1 0,0 0 0,0 0 0,0-1 0,-1 1 0,0 1 0,0-1 0,0 0 0,-1 1 0,-5-7 0,2 4 0,-1 1 0,1 0 0,-2 0 0,1 1 0,-1 0 0,0 0 0,-9-4 0,-3 0 0,0 2 0,0 0 0,-1 1 0,0 2 0,0 0 0,-33-2 0,-156 5 0,177 3 0,24-1 0,0 1 0,0 1 0,0 0 0,0 0 0,0 0 0,0 2 0,1-1 0,0 1 0,-1 0 0,-14 10 0,12-5 0,1 0 0,0 0 0,0 1 0,1 0 0,0 1 0,-15 21 0,8-5 0,2 0 0,1 1 0,1 1 0,1 0 0,2 0 0,-10 41 0,8-10 0,3 0 0,-3 85 0,11 124 0,3-194 0,-2-16 0,4 1 0,13 76 0,-13-115 0,1-1 0,1-1 0,0 1 0,2-1 0,0 0 0,1-1 0,1 0 0,1 0 0,0-1 0,19 22 0,-16-24 0,0-1 0,1 0 0,0-1 0,1-1 0,0-1 0,30 17 0,-31-22 0,0 1 0,1-2 0,-1 0 0,1-1 0,1 0 0,-1-2 0,0 0 0,29 0 0,14-1 0,169-6 0,-192 2 0,0-2 0,-1-1 0,1-1 0,42-16 0,-68 19-151,-1 0-1,1 0 0,-1-1 0,-1 0 1,1-1-1,-1 0 0,1-1 1,12-12-1,5-14-6674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5:21.4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1483 36 24575,'0'-1'0,"0"0"0,-1 0 0,1 0 0,0 0 0,-1 0 0,1 0 0,0 0 0,-1 0 0,0 0 0,1 0 0,-1 0 0,1 0 0,-1 1 0,0-1 0,0 0 0,1 0 0,-1 1 0,0-1 0,0 1 0,0-1 0,0 0 0,0 1 0,0 0 0,0-1 0,0 1 0,-2-1 0,-32-6 0,29 6 0,-6-1 0,0 0 0,0 0 0,0 2 0,0-1 0,1 1 0,-1 1 0,0 1 0,0-1 0,0 2 0,1-1 0,-1 2 0,1 0 0,0 0 0,0 1 0,0 0 0,1 1 0,-1 0 0,-10 9 0,-11 12 0,2 2 0,0 1 0,2 1 0,2 2 0,1 0 0,-27 49 0,39-59 0,1 1 0,2 1 0,0 0 0,2 0 0,-9 43 0,8-12 0,-4 87 0,12-105 0,2 0 0,1 0 0,2 0 0,10 45 0,-7-56 0,1-1 0,0 0 0,2 0 0,1-1 0,1 0 0,24 35 0,-33-55 0,-1-1 0,1 0 0,0-1 0,1 1 0,-1 0 0,1-1 0,-1 0 0,1 0 0,0 0 0,0 0 0,1-1 0,-1 0 0,0 1 0,1-1 0,-1-1 0,1 1 0,9 1 0,-8-3 0,0 0 0,0 0 0,1 0 0,-1-1 0,0 0 0,0 0 0,0-1 0,0 1 0,0-1 0,0-1 0,-1 1 0,8-5 0,6-6 0,0 0 0,0-1 0,-2-1 0,0-1 0,0-1 0,17-24 0,0-2 0,-3-2 0,-2-1 0,-2-1 0,-2-2 0,-2-1 0,-2 0 0,-3-2 0,-2 0 0,-2-1 0,-2 0 0,-3-1 0,4-86 0,-13 115 0,-1 24 0,0 5 0,-5 39 0,4-29 0,-40 490 0,32-349 0,-18 488 0,-3 40 0,-54-2 0,24-389 0,-15 82 0,74-361 0,-1 9 0,-2 0 0,-13 39 0,17-56 0,-1 0 0,0-1 0,0 1 0,0-1 0,-1 0 0,1 0 0,-1 0 0,0 0 0,0 0 0,-1-1 0,1 1 0,-1-1 0,1 0 0,-1 0 0,0 0 0,-1-1 0,1 1 0,0-1 0,-6 2 0,1-2 0,0 0 0,1-1 0,-1-1 0,1 1 0,-1-2 0,0 1 0,0-1 0,1 0 0,-1-1 0,1 0 0,0 0 0,-14-6 0,-3-2 0,1-2 0,-40-26 0,-27-24 0,3-3 0,3-4 0,3-4 0,-76-87 0,88 76 0,5-2 0,2-2 0,5-4 0,-49-104 0,103 185-97,-1 0-1,2 0 1,0 0-1,0-1 1,1 1-1,0-1 1,1 0-1,0 1 1,1-1-1,0 0 1,1 0-1,1 1 0,2-12 1,5-16-6729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5:22.9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1 971 24575,'6'130'0,"45"243"0,-35-276 0,-12-74 0,6 39 0,21 71 0,-18-102 0,-13-31 0,0 0 0,0 0 0,0 1 0,0-1 0,0 0 0,0 0 0,0 0 0,0 0 0,0 0 0,1 0 0,-1 0 0,0 0 0,0 0 0,0 0 0,0 1 0,0-1 0,0 0 0,0 0 0,0 0 0,1 0 0,-1 0 0,0 0 0,0 0 0,0 0 0,0 0 0,0 0 0,0 0 0,0 0 0,1 0 0,-1 0 0,0 0 0,0 0 0,0 0 0,0 0 0,0 0 0,0 0 0,0 0 0,1 0 0,-1 0 0,0 0 0,0-1 0,0 1 0,0 0 0,0 0 0,0 0 0,0 0 0,0 0 0,0 0 0,1 0 0,-1 0 0,0 0 0,0-1 0,0 1 0,0 0 0,0 0 0,0 0 0,3-19 0,-6-107 0,-19-138 0,3 74 0,14 123 0,-7-79 0,8-152 0,4 289 0,1-1 0,0 1 0,0 0 0,1 1 0,0-1 0,1 0 0,0 0 0,0 1 0,9-15 0,-9 18 0,0 1 0,1 0 0,-1 0 0,1 0 0,0 1 0,0-1 0,0 1 0,1 0 0,-1 0 0,1 1 0,-1-1 0,1 1 0,0 0 0,0 0 0,0 0 0,0 1 0,9-2 0,0 1 0,-1 1 0,1 0 0,-1 1 0,1 0 0,-1 1 0,1 0 0,-1 1 0,1 1 0,-1 0 0,0 1 0,0 0 0,-1 1 0,22 12 0,-16-6 0,-1 0 0,-1 1 0,0 1 0,0 1 0,-2 0 0,1 1 0,-2 1 0,17 23 0,-17-19 0,0 0 0,-1 1 0,-1 1 0,-1 0 0,-1 0 0,-1 1 0,-1 0 0,-1 0 0,-1 1 0,-1-1 0,2 49 0,-7-64 0,0-22 0,-1-31 0,5-13 0,3 1 0,2 0 0,3 0 0,2 1 0,34-91 0,-22 86 0,1 2 0,3 1 0,3 1 0,72-98 0,-90 137 0,1 1 0,1 0 0,0 1 0,1 1 0,0 1 0,2 0 0,36-21 0,-45 30 0,-1 1 0,1-1 0,0 2 0,0 0 0,0 0 0,1 1 0,-1 0 0,1 0 0,-1 2 0,1-1 0,-1 1 0,1 1 0,0 0 0,-1 0 0,1 1 0,-1 0 0,0 1 0,0 0 0,11 5 0,-13-3 0,1 0 0,-1 0 0,-1 1 0,1 0 0,-1 1 0,0-1 0,0 1 0,-1 1 0,0-1 0,9 15 0,3 10 0,22 48 0,-17-24 0,-3 2 0,-2 0 0,-3 1 0,-2 0 0,-3 2 0,-3-1 0,-2 1 0,-4 80 0,-2-130-273,1 0 0,0 0 0,1 0 0,3 13 0,3-2-6553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5:23.8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392 579 24575,'1'3'0,"-1"0"0,1 0 0,0 0 0,0 0 0,0-1 0,0 1 0,1 0 0,2 4 0,7 15 0,-5-2 0,1 1 0,1-2 0,1 1 0,0-1 0,2 0 0,0-1 0,17 20 0,-27-36 0,0 0 0,1 0 0,0 0 0,-1 0 0,1 0 0,0 0 0,0-1 0,0 1 0,0-1 0,0 0 0,0 1 0,1-1 0,-1 0 0,0 0 0,1 0 0,-1 0 0,1-1 0,-1 1 0,1-1 0,-1 0 0,1 1 0,-1-1 0,1 0 0,-1 0 0,1-1 0,-1 1 0,5-1 0,-4-2 0,1 1 0,0-1 0,-1 1 0,1-1 0,-1 0 0,0 0 0,0 0 0,0-1 0,0 1 0,-1-1 0,1 0 0,-1 1 0,0-1 0,0 0 0,0 0 0,1-5 0,12-36 0,-1-1 0,-2-1 0,10-93 0,-5-150 0,-17 271 0,1 1 0,0 0 0,-2 0 0,0 1 0,-4-19 0,4 32 0,0 0 0,0 1 0,0-1 0,0 0 0,-1 1 0,1-1 0,-1 1 0,0 0 0,0-1 0,0 1 0,-1 0 0,1 0 0,-1 0 0,0 1 0,1-1 0,-1 1 0,0-1 0,-1 1 0,1 0 0,0 0 0,-1 0 0,1 1 0,-8-3 0,6 3 0,0 0 0,0 0 0,0 0 0,0 1 0,0 0 0,0 0 0,0 0 0,0 1 0,0 0 0,0 0 0,0 0 0,0 0 0,0 1 0,0 0 0,1 0 0,-1 0 0,1 1 0,-1-1 0,1 1 0,0 0 0,-5 5 0,-7 7 0,1 1 0,1 0 0,-22 32 0,28-36 0,-75 110 0,5 3 0,-86 189 0,143-265 0,3 1 0,1 1 0,3 1 0,2 0 0,3 1 0,2 0 0,2 1 0,2-1 0,6 67 0,-1-100 0,1 1 0,0-1 0,2 0 0,0 0 0,2 0 0,11 25 0,0-8 0,1-1 0,30 42 0,-43-69 0,0-1 0,1 1 0,0-1 0,1 0 0,-1 0 0,1-1 0,1 0 0,0-1 0,0 0 0,0 0 0,0-1 0,1 0 0,0-1 0,0 0 0,0 0 0,1-1 0,-1 0 0,1-1 0,17 1 0,75 5 0,0-6 0,123-12 0,-204 8 0,1-1 0,-1-1 0,25-8 0,-36 8 0,0 1 0,-1-2 0,0 1 0,1-1 0,-2-1 0,1 0 0,-1 0 0,12-11 0,-18 14 10,0 0 0,0-1 0,-1 0 0,1 1 0,-1-1 0,0 0 0,0 0 0,0-1 0,0 1-1,-1 0 1,2-8 0,2-49-1494,-6 30-5342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5:24.8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 0 24575,'1'221'0,"-3"271"0,-21-217 0,18-241 0,4-46 0,7-54 0,-1 42 0,2-1 0,0 1 0,1 0 0,1 1 0,2 0 0,0 0 0,1 1 0,1 1 0,1 0 0,1 1 0,29-30 0,-41 47 0,0 0 0,0 0 0,1 0 0,-1 1 0,1-1 0,0 1 0,0 0 0,0 0 0,0 0 0,0 0 0,0 1 0,0-1 0,1 1 0,-1 0 0,0 1 0,1-1 0,-1 1 0,8 0 0,-7 1 0,1 1 0,-1-1 0,0 1 0,0 0 0,0 1 0,-1-1 0,1 1 0,0 0 0,-1 0 0,0 0 0,0 1 0,0-1 0,0 1 0,6 8 0,11 15 0,-2 1 0,0 1 0,-2 1 0,-1 0 0,-2 1 0,-1 1 0,-1 0 0,13 59 0,-8-6 0,-4 0 0,3 113 0,-15-186 0,1 263 0,4-310-1365,2-12-5461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5:25.5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24575,'15'287'0,"13"142"0,-29 3 0,-2-174 0,3-213-1365,0-10-5461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5:26.4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1 131 24575,'1797'-15'-2053,"-1490"10"1926,777-37-754,-1013 34 1420,-1-2 0,74-22 0,-120 23-1394,-6-1-5037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5:28.5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458 197 24575,'-8'0'0,"1"0"0,-1 1 0,0-1 0,1 2 0,0-1 0,-1 1 0,1 0 0,0 1 0,0-1 0,0 1 0,0 1 0,1 0 0,-1-1 0,1 2 0,0-1 0,0 1 0,1 0 0,-9 9 0,-22 22 0,2 1 0,2 2 0,2 2 0,1 0 0,-45 87 0,60-95 0,0 1 0,2 0 0,2 1 0,1 1 0,2-1 0,-4 48 0,3 219 0,9-271 0,8 144 0,-6-150 0,1 0 0,2 0 0,1 0 0,17 43 0,0-14 0,2-1 0,3-1 0,67 91 0,-50-83 0,-23-27 0,2-1 0,52 51 0,-68-75 0,1 0 0,0 0 0,1-1 0,-1 0 0,1-1 0,0-1 0,1 1 0,0-2 0,-1 1 0,1-2 0,1 0 0,-1 0 0,17 1 0,279-3 0,-162-4 0,-87 4 0,-31 1 0,1-2 0,-1-1 0,44-7 0,-65 6 0,1 0 0,0 0 0,0-1 0,-1 1 0,0-2 0,1 1 0,-1-1 0,-1 0 0,1-1 0,0 1 0,-1-1 0,0-1 0,0 1 0,-1-1 0,0 0 0,0 0 0,5-8 0,7-13 0,-1 1 0,-2-2 0,-1 0 0,-1-1 0,-2 0 0,0-1 0,-2 0 0,-2 0 0,0 0 0,1-35 0,-7-376 0,-3 183 0,2 240 0,0 0 0,-2 1 0,0-1 0,-1 1 0,-1-1 0,0 2 0,-1-1 0,-1 0 0,-11-19 0,-13-16 0,-52-66 0,39 57 0,-17-26 0,-4 3 0,-118-118 0,141 161 0,18 17 0,-1 0 0,-33-23 0,48 40 0,0 1 0,-1 0 0,0 0 0,-1 1 0,1 0 0,-1 1 0,0 0 0,0 1 0,-22-2 0,-68-1 0,-115 8 0,61 2 0,114-4-1365,5 0-5461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5:33.6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390 1 24575,'0'69'0,"2"-13"0,-3 0 0,-15 103 0,8-119 0,-26 109 0,27-127 0,-1 1 0,-1-1 0,-1-1 0,-20 31 0,3-9-117,-75 109 368,81-124-626,-1-2 0,-1 0 1,-33 27-1,38-38-6451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5:37.1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2050 182 24575,'0'-1'0,"0"1"0,0-1 0,-1 0 0,1 1 0,-1-1 0,1 0 0,0 0 0,-1 1 0,1-1 0,-1 1 0,1-1 0,-1 0 0,0 1 0,1-1 0,-1 1 0,1-1 0,-1 1 0,0 0 0,0-1 0,1 1 0,-1 0 0,0-1 0,1 1 0,-1 0 0,0 0 0,0 0 0,0-1 0,0 1 0,-6-2 0,-25-8 0,0 1 0,-51-7 0,-427-45-312,-5 26-212,158 12 360,309 19 181,6 0 40,0 1 0,0 3 1,-72 8-1,109-8-45,0 1 0,0 1-1,0-1 1,0 1 0,0 0 0,1 0 0,-1 0 0,1 1 0,-1 0 0,1-1 0,0 2 0,0-1-1,0 0 1,0 1 0,0 0 0,1 0 0,0 0 0,0 0 0,-5 9 0,0 4 67,1-1 1,1 2-1,1-1 1,-5 26-1,-10 31 40,6-34-119,2 0 0,1 1 0,2 0 0,2 1 0,1 0 0,1 48 0,8 368 0,-3-441 17,1-1 0,1 1 1,0-1-1,1 1 0,1-1 0,7 20 0,-7-25-152,0-1 0,1-1 0,1 1 0,-1-1 0,1 0 0,1 0 0,0 0 0,0-1 0,1 0 0,12 10 0,-1-5-6691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5:39.3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267 541 24575,'17'230'0,"-1"-46"0,-9 685 0,-10-485 0,-16-41 0,1-92 0,16-212 0,-2 1 0,-16 70 0,20-107 0,-1-1 0,1 1 0,-1-1 0,0 0 0,0 1 0,0-1 0,-1 0 0,-1 4 0,-6-4 0,-4-16 0,3-8 0,0 0 0,2-1 0,0 1 0,1-2 0,-3-24 0,8 39 0,-38-192 0,-14-228 0,15-215 0,37 610 0,-16-1340-600,17 1362 635,2-1 0,-1 1 0,2-1 0,0 1 0,4-18 0,-4 27-18,-1-1-1,0 1 0,1 0 0,0 0 1,0 0-1,0 0 0,0 0 0,0 0 1,1 0-1,-1 1 0,1-1 0,0 1 1,-1 0-1,1 0 0,0 0 0,0 0 1,1 0-1,-1 1 0,0-1 0,1 1 1,-1 0-1,0 0 0,5-1 0,6 0-16,0 1 0,0 0 0,0 1 0,0 1 0,0 0 0,0 0 0,0 2 0,0-1 0,-1 2 0,1 0 0,-1 1 0,0 0 0,0 1 0,12 7 0,11 8 0,-2 2 0,0 1 0,49 45 0,218 244 0,-21 24 0,319 428-936,-58-7 936,-385-475 960,-88-153-984,20 48 24,-57-115 0,-28-56-117,-2-4 39,0-1 0,-1 0 0,1 0 0,0 0 0,0 0 0,1 0 0,-1 0 0,0-1 0,1 1 0,-1 0 0,1 0 0,-1-1 0,1 1 0,0-1 0,3 2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5:41.1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0 291 24575,'1088'0'0,"-1045"-2"0,0-1 0,77-16 0,80-34 0,-132 32 0,0 3 0,0 4 0,99-9 0,-127 18 0,78-17 0,-88 16 0,120-34 0,-91 27 0,-22 4 0,60-6 0,39-4-1365,-98 11-5461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5:42.8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0 270 24575,'5'0'0,"-1"1"0,1 0 0,-1 0 0,1 0 0,-1 0 0,0 0 0,1 1 0,-1 0 0,0 0 0,0 0 0,6 4 0,36 34 0,-45-40 0,19 21 0,-1 0 0,-1 1 0,-1 1 0,-1 1 0,16 31 0,57 138 0,-15-29 0,-58-139 0,-16-25 0,0 0 0,0 1 0,0-1 0,0 0 0,0 0 0,0 0 0,1 0 0,-1 1 0,0-1 0,0 0 0,0 0 0,0 0 0,1 0 0,-1 0 0,0 0 0,0 1 0,0-1 0,1 0 0,-1 0 0,0 0 0,0 0 0,1 0 0,-1 0 0,0 0 0,0 0 0,0 0 0,1 0 0,-1 0 0,0 0 0,0 0 0,1 0 0,-1 0 0,0 0 0,0 0 0,0 0 0,1-1 0,-1 1 0,0 0 0,0 0 0,0 0 0,1 0 0,-1 0 0,0-1 0,0 1 0,0 0 0,0 0 0,1 0 0,-1 0 0,0-1 0,0 1 0,0 0 0,0 0 0,0 0 0,0-1 0,0 1 0,0 0 0,0-1 0,3-7 0,0-1 0,-1-1 0,0 1 0,-1 0 0,0-12 0,3-15 0,14-71 0,4 1 0,6 1 0,4 2 0,45-101 0,-71 191 0,0-3 0,1 1 0,0 0 0,1 1 0,1 0 0,11-15 0,-17 26 0,-1 0 0,1 1 0,-1-1 0,1 1 0,0-1 0,0 1 0,0 0 0,1 0 0,-1 1 0,0-1 0,1 1 0,-1-1 0,1 1 0,-1 0 0,1 0 0,0 1 0,-1-1 0,1 1 0,0 0 0,-1 0 0,1 0 0,0 0 0,0 1 0,-1-1 0,1 1 0,0 0 0,-1 0 0,5 2 0,13 6 0,-1 1 0,0 1 0,0 1 0,-1 1 0,0 0 0,-1 2 0,-1 0 0,0 0 0,27 35 0,6 17 0,59 101 0,-26-37 0,-53-85 0,-1 2 0,-3 0 0,27 70 0,-64-144-1365,-6-15-5461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5:43.5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24575,'13'20'0,"0"-2"0,2 1 0,-1-2 0,2 0 0,1 0 0,28 21 0,-32-29 0,0 0 0,0-1 0,1 0 0,0-2 0,1 1 0,0-2 0,19 6 0,109 18 0,-131-28 0,37 8 0,1-3 0,0-1 0,1-3 0,-1-3 0,0-1 0,97-17 0,-100 7 0,0 2 0,0 3 0,79-3 0,-50 14-1365,-9 2-5461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5:44.6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271 347 24575,'4'0'0,"0"0"0,0 0 0,-1-1 0,1 0 0,0 1 0,0-1 0,-1-1 0,1 1 0,0 0 0,-1-1 0,1 0 0,-1 0 0,0 0 0,0 0 0,0 0 0,0-1 0,3-2 0,-2 0 0,0 0 0,0-1 0,0 1 0,-1-1 0,0 1 0,0-1 0,-1 0 0,0 0 0,3-11 0,-2 6 0,-1-1 0,-1 1 0,0-1 0,0 0 0,-1 0 0,0 0 0,-1 1 0,-1-1 0,0 0 0,-7-21 0,6 26 0,0 0 0,-1 0 0,0 1 0,0 0 0,-1-1 0,0 1 0,0 1 0,0-1 0,-1 1 0,0 0 0,0 0 0,0 1 0,-12-7 0,15 9 0,-1 0 0,1 0 0,-1 1 0,0-1 0,1 1 0,-1 0 0,0 0 0,0 1 0,0-1 0,0 1 0,0-1 0,0 1 0,0 1 0,0-1 0,0 0 0,0 1 0,0 0 0,0 0 0,1 0 0,-1 1 0,0-1 0,1 1 0,-1 0 0,1 0 0,-1 0 0,1 0 0,-6 6 0,-5 7 0,0 1 0,1 1 0,1 0 0,1 0 0,1 1 0,0 1 0,1 0 0,1 0 0,1 1 0,1 0 0,-5 23 0,-4 33 0,-7 124 0,22-195 0,-12 189 0,13 196 0,1-368 0,0 0 0,1 0 0,1 0 0,12 38 0,-14-55 0,0 1 0,0 0 0,0-1 0,1 0 0,0 0 0,0 0 0,1 0 0,-1 0 0,1 0 0,0-1 0,0 0 0,1 0 0,-1 0 0,1 0 0,0-1 0,0 1 0,0-1 0,0-1 0,1 1 0,-1-1 0,1 0 0,10 3 0,38 0 0,1-2 0,0-3 0,0-2 0,75-12 0,-107 12 0,0-2 0,0-1 0,0-1 0,-1 0 0,0-2 0,0-1 0,-1 0 0,0-2 0,-1 0 0,0-1 0,-1-1 0,0-1 0,-1-1 0,-1 0 0,0-2 0,25-31 0,-20 19 0,-1-2 0,-1 0 0,-2-1 0,-1-1 0,-1 0 0,-2-1 0,-2-1 0,-1 0 0,-1-1 0,-2 0 0,-2-1 0,3-67 0,-8 89 0,-2 1 0,1 0 0,-2 0 0,0 0 0,-1 0 0,0 0 0,-1 0 0,-1 1 0,-11-24 0,8 22 0,-1 0 0,-1 1 0,-1 1 0,0 0 0,0 0 0,-1 1 0,-1 0 0,-14-9 0,-59-39 0,-4 4 0,-128-59 0,126 69 0,-77-36 0,144 74 0,43 19 0,20 1-682,52 11-1,-13-8-6143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5:45.7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415 0 24575,'-89'163'0,"-20"42"0,50-73 0,-79 265 0,125-358 0,6-15 0,30-47 0,-8 6 0,2 1 0,-1 0 0,2 2 0,0 0 0,1 0 0,0 2 0,1 1 0,0 0 0,1 1 0,0 2 0,0 0 0,44-10 0,-19 10 0,0 1 0,1 2 0,0 3 0,0 1 0,67 8 0,48 16-422,0 6-1,-2 8 0,-2 6 0,275 116 1,-379-137 422,-2 2 0,-1 3 0,69 48 0,-110-68-4,-1 0 1,1 1-1,-1 1 1,-1 0-1,0 0 1,0 0 0,0 1-1,11 21 1,-15-22 38,0 0-1,-1 1 1,0 0 0,-1-1 0,0 1 0,0 0 0,-1 0-1,0 0 1,-1 0 0,-1 18 0,-42 305 1726,39-313-1761,0-1 0,-2 1 0,0-1 0,-1 0 0,-15 28 0,16-36 0,0-1 0,-1-1 0,0 1 0,-1-1 0,0 0 0,0-1 0,-1 0 0,0 0 0,0-1 0,-18 11 0,-17 8 0,32-17 0,-1-1 0,0-1 0,0 0 0,-1-1 0,0 0 0,0-1 0,0 0 0,-22 3 0,-22-3 0,0-2 0,-1-3 0,1-2 0,0-3 0,0-3 0,-57-14 0,52 7-1365,10 1-5461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5:54.1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1773 2 24575,'-81'0'0,"-37"-2"0,0 6 0,-156 24 0,204-16 0,1 4 0,0 3 0,-101 43 0,159-57 0,0 0 0,0 1 0,1 1 0,0 0 0,0 0 0,1 1 0,-1 0 0,2 1 0,-1 0 0,1 0 0,-12 19 0,11-11 0,0 1 0,2-1 0,0 1 0,1 0 0,0 1 0,-3 30 0,-4 37 0,3 0 0,5 162 0,6-215 0,3 0 0,0-1 0,3 1 0,0-1 0,2-1 0,1 1 0,2-2 0,1 1 0,1-2 0,2 1 0,1-2 0,1-1 0,38 45 0,-30-43 0,0-2 0,59 45 0,-74-64 0,1-1 0,0 1 0,1-2 0,0 0 0,0 0 0,0-2 0,0 1 0,1-2 0,0 1 0,-1-2 0,19 2 0,11-3 0,-1-1 0,1-2 0,62-11 0,-81 8 0,0-1 0,-1-1 0,0-1 0,-1-1 0,0-1 0,0-1 0,31-21 0,-36 20 0,0-1 0,0 0 0,-2-1 0,16-17 0,-24 22 0,-1 0 0,0 0 0,0 0 0,-1-1 0,0 0 0,0 0 0,-1 0 0,-1-1 0,4-14 0,-1-18 0,-1 1 0,-3-1 0,-1 1 0,-8-71 0,0 66 0,-3 1 0,-1-1 0,-32-80 0,19 58 0,-5-17 0,-71-141 0,90 206 0,-14-22 0,24 43 0,0 0 0,0 0 0,0 1 0,0-1 0,0 0 0,0 0 0,0 0 0,0 1 0,0-1 0,0 0 0,0 0 0,0 0 0,0 1 0,0-1 0,0 0 0,0 0 0,0 0 0,0 0 0,0 1 0,0-1 0,0 0 0,0 0 0,-1 0 0,1 0 0,0 1 0,0-1 0,0 0 0,0 0 0,0 0 0,0 0 0,-1 0 0,1 0 0,0 1 0,0-1 0,0 0 0,0 0 0,-1 0 0,1 0 0,0 0 0,0 0 0,0 0 0,0 0 0,-1 0 0,1 0 0,0 0 0,0 0 0,0 0 0,-1 0 0,1 0 0,0 0 0,0 0 0,0 0 0,0 0 0,-1 0 0,1 0 0,0 0 0,0 0 0,0 0 0,0 0 0,-1 0 0,1-1 0,0 1 0,0 0 0,0 0 0,2 21 0,10 21 0,1-1 0,3 0 0,23 44 0,6 14 0,-2 14 0,-5 3 0,-6 1 0,21 136 0,-29-80 0,3 275 0,-27-396 0,-3 355 0,-3-297 0,-36 187 0,-21-21 0,-118 319 0,177-581 0,-4 7 0,0 0 0,-1-1 0,-13 22 0,19-37 0,0-1 0,0 1 0,0-1 0,0 0 0,-1 0 0,0 0 0,0-1 0,0 1 0,-1-1 0,1 0 0,-1 0 0,1 0 0,-1-1 0,0 1 0,0-1 0,0-1 0,0 1 0,-7 1 0,-21-1 0,0-1 0,-1-1 0,1-2 0,-54-9 0,50 6 0,-52-10 0,1-4 0,1-3 0,-124-49 0,110 28 0,2-3 0,-139-90 0,216 123 0,1-2 0,1 0 0,0-2 0,-20-21 0,34 32 0,1 0 0,0-1 0,0 1 0,1-1 0,0 0 0,0 0 0,1-1 0,0 1 0,0-1 0,0 0 0,1 1 0,0-1 0,1 0 0,0 0 0,0 0 0,1-15 0,2 10 0,0-1 0,1 1 0,0 0 0,2 0 0,-1 0 0,1 1 0,1-1 0,0 1 0,1 1 0,0-1 0,1 1 0,15-17 0,11-8 0,1 1 0,44-32 0,-68 58 0,0-1 0,2 0 0,-1 1 0,1 1 0,1 0 0,-1 1 0,1 0 0,1 1 0,-1 1 0,1 0 0,0 1 0,0 0 0,31-2 0,35-1-1365,-40 0-5461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5:57.1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491 694 24575,'22'0'0,"1"0"0,0-2 0,-1 0 0,36-9 0,-51 9 0,-1 0 0,0-1 0,1 1 0,-1-1 0,0 0 0,0-1 0,-1 1 0,1-1 0,-1-1 0,0 1 0,0-1 0,0 1 0,0-1 0,-1-1 0,0 1 0,0-1 0,0 1 0,-1-1 0,5-12 0,-3 2 0,-1 0 0,0 1 0,-1-2 0,-1 1 0,0 0 0,-1 0 0,-2-19 0,-2-4 0,-14-70 0,13 89 0,-1 0 0,-1 0 0,-1 1 0,-1 0 0,0 0 0,-2 1 0,0 0 0,-14-18 0,18 27 0,-1 2 0,1-1 0,-2 0 0,1 1 0,-1 1 0,0-1 0,-1 1 0,1 1 0,-1 0 0,0 0 0,0 0 0,-1 1 0,0 1 0,1-1 0,-1 2 0,0-1 0,-19-1 0,-34 3 0,-119 11 0,178-10 0,-1 1 0,1-1 0,-1 1 0,1 0 0,-1 0 0,1 1 0,0-1 0,0 1 0,-1 0 0,1 0 0,0 0 0,1 0 0,-1 1 0,0 0 0,1-1 0,-1 1 0,1 1 0,0-1 0,0 0 0,0 1 0,1 0 0,-1-1 0,1 1 0,0 0 0,0 0 0,0 1 0,0-1 0,-1 8 0,-93 268 0,78-231 0,10-29 0,1 0 0,-8 39 0,14-52 0,0 0 0,0 0 0,1 0 0,0 0 0,1 0 0,0-1 0,0 1 0,0 0 0,0 0 0,1-1 0,1 1 0,5 12 0,0-4 0,2-1 0,0 1 0,0-2 0,1 1 0,1-1 0,0-1 0,18 14 0,106 68 0,-53-39 0,-59-40 0,1 0 0,0-2 0,0 0 0,1-2 0,55 16 0,-45-21 0,0-1 0,1-2 0,0-1 0,54-5 0,-18 1 0,171 1-1365,-211 1-5461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5:58.9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1 466 24575,'0'6'0,"1"-1"0,0 1 0,0-1 0,1 0 0,-1 0 0,1 1 0,5 7 0,1 6 0,127 383 0,-60-165 0,-59-204 0,-16-33 0,0 0 0,0 0 0,0 1 0,0-1 0,1 0 0,-1 0 0,0 0 0,0 0 0,0 0 0,1 1 0,-1-1 0,0 0 0,0 0 0,1 0 0,-1 0 0,0 0 0,0 0 0,0 0 0,1 0 0,-1 0 0,0 0 0,0 0 0,1 0 0,-1 0 0,0 0 0,0 0 0,1 0 0,-1 0 0,0 0 0,0 0 0,1 0 0,-1 0 0,0-1 0,0 1 0,0 0 0,1 0 0,-1 0 0,0 0 0,0 0 0,0-1 0,1 1 0,-1 0 0,0 0 0,0 0 0,0-1 0,0 1 0,0 0 0,0 0 0,1 0 0,-1-1 0,0 1 0,0 0 0,0-1 0,2-8 0,0 0 0,0 0 0,0 0 0,-1-17 0,46-458 0,-34 411 0,3 0 0,4 1 0,2 0 0,52-108 0,-66 163 0,1 1 0,0 0 0,2 1 0,0 0 0,17-19 0,-21 28 0,0-1 0,0 1 0,0 0 0,1 1 0,0-1 0,1 2 0,-1-1 0,1 1 0,-1 1 0,1-1 0,0 1 0,10-1 0,30-3 0,1 3 0,-1 3 0,77 6 0,-28-1 0,-78-4 0,0 1 0,0 1 0,0 1 0,34 9 0,-46-10 0,0 1 0,0 1 0,-1 0 0,1 0 0,-1 0 0,0 1 0,0 0 0,-1 0 0,1 1 0,-1 0 0,0 0 0,-1 0 0,10 14 0,61 103 0,-69-107 0,0 0 0,-1 0 0,-1 0 0,0 1 0,2 20 0,-2-13 0,12 38 0,-7-31 67,11 58-1,0-1-1564,-11-60-5328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6:11.0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618 313 24575,'13'-14'0,"-1"-2"0,-1 0 0,-1 0 0,0-1 0,-1 0 0,0 0 0,-2-1 0,0 0 0,-1-1 0,7-36 0,-13 52 0,0 0 0,1 0 0,-1 0 0,0 0 0,0 0 0,-1 0 0,1 0 0,-1 0 0,1 0 0,-1 0 0,0 1 0,0-1 0,0 0 0,-1 0 0,1 1 0,-1-1 0,1 1 0,-1-1 0,0 1 0,0 0 0,0-1 0,0 1 0,0 0 0,-1 0 0,1 1 0,0-1 0,-1 0 0,0 1 0,1-1 0,-1 1 0,0 0 0,0 0 0,1 0 0,-6 0 0,-10-3 0,1 1 0,-1 1 0,0 1 0,-30 2 0,26-1 0,-25 2 0,0 1 0,-60 14 0,-90 29 0,161-37 0,32-9 0,0 1 0,-1 0 0,1 1 0,0-1 0,-1 1 0,1-1 0,0 1 0,0 0 0,0 1 0,1-1 0,-1 1 0,0 0 0,1 0 0,0 0 0,0 0 0,0 0 0,0 1 0,0-1 0,1 1 0,-1 0 0,1 0 0,0 0 0,0 0 0,1 0 0,-1 0 0,1 1 0,0-1 0,0 0 0,0 1 0,1-1 0,-1 6 0,-1 28 0,2 1 0,1-1 0,2 1 0,13 61 0,-3-43 0,2-2 0,33 79 0,63 91 0,-90-190 0,1-1 0,2-1 0,1-1 0,34 33 0,-52-58 0,0-1 0,0-1 0,1 0 0,0 0 0,0 0 0,0-1 0,0 0 0,1-1 0,-1 1 0,1-2 0,0 1 0,0-1 0,15 1 0,6-2 0,0-1 0,55-6 0,-15-1 0,-25 3 0,0-2 0,0-2 0,0-3 0,-1-1 0,-1-2 0,76-36 0,-100 42 40,-1-2 0,19-14 0,-31 20-189,0 0 1,-1 0-1,0-1 1,0 0-1,0 0 1,-1-1-1,1 1 1,-1-1-1,6-12 1,-1-5-6678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6:11.9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1 393 24575,'5'1'0,"0"-1"0,0 1 0,0 0 0,0 1 0,0-1 0,0 1 0,-1 0 0,1 1 0,-1-1 0,1 1 0,5 4 0,47 40 0,-40-31 0,-2-2 0,23 29 0,-6-6 0,-31-36 0,0 0 0,0 1 0,0-1 0,1 0 0,-1 0 0,0 0 0,1 0 0,-1 0 0,0 0 0,1-1 0,-1 1 0,1 0 0,0-1 0,-1 1 0,4 0 0,-4-1 0,0 0 0,-1-1 0,1 1 0,0 0 0,0 0 0,-1-1 0,1 1 0,0 0 0,-1-1 0,1 1 0,0-1 0,-1 1 0,1-1 0,-1 1 0,1-1 0,0 1 0,-1-1 0,1 1 0,-1-1 0,0 0 0,1 1 0,-1-1 0,1-1 0,2-6 0,-1 0 0,0 0 0,0 0 0,-1-1 0,1-8 0,0 0 0,17-175 0,-10 89 0,-8 91 0,0-1 0,2 1 0,-1-1 0,2 1 0,-1 0 0,2 0 0,0 0 0,9-17 0,-10 23 0,0 1 0,0-1 0,0 1 0,1 0 0,0 1 0,0-1 0,0 1 0,0 0 0,1 0 0,-1 0 0,1 1 0,0 0 0,0 0 0,0 0 0,1 1 0,-1 0 0,1 0 0,6-1 0,31-1 0,0 1 0,0 3 0,69 7 0,20 15 131,-19-3-1627,-77-15-5330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6:13.1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463 34 24575,'-4'-4'0,"0"1"0,0 0 0,-1 0 0,1 0 0,-1 0 0,1 1 0,-1-1 0,0 1 0,0 1 0,0-1 0,0 1 0,0 0 0,0 0 0,-1 0 0,1 1 0,0-1 0,0 1 0,-1 1 0,1-1 0,0 1 0,0 0 0,0 0 0,-6 2 0,-3 1 0,1 1 0,-1 0 0,1 1 0,1 0 0,-1 1 0,1 1 0,-14 11 0,13-8 0,1 0 0,1 2 0,0-1 0,0 1 0,1 1 0,-11 19 0,-41 93 0,50-100 0,1 2 0,1 1 0,1 0 0,1 1 0,1-1 0,2 1 0,-1 33 0,3 18 0,8 85 0,-4-148 0,0 1 0,2-1 0,0 0 0,2 0 0,0 0 0,13 32 0,-13-40 0,0-1 0,0 0 0,1 0 0,0-1 0,1 1 0,0-1 0,0-1 0,1 1 0,0-1 0,0-1 0,0 0 0,1 0 0,15 8 0,22 8 0,81 28 0,-117-47 0,0 0 0,0-1 0,0 0 0,0-1 0,0 0 0,0-1 0,1 0 0,-1 0 0,0-1 0,0 0 0,0-1 0,0 0 0,0-1 0,0 0 0,-1-1 0,1 0 0,-1 0 0,0-1 0,0 0 0,-1 0 0,1-1 0,-1 0 0,0-1 0,-1 0 0,0 0 0,0-1 0,0 1 0,7-14 0,2 0 0,0-1 0,-2-1 0,-1 0 0,-1-1 0,-1 0 0,-1-1 0,-1 0 0,-1-1 0,-1 1 0,5-48 0,-8-225 0,-7 202 0,3 78 0,-2 1 0,0-1 0,-1 1 0,-1-1 0,-1 1 0,0 0 0,-1 0 0,-1 1 0,0 0 0,-2 0 0,1 1 0,-2 0 0,0 0 0,-1 1 0,-21-21 0,26 30 6,1 1 0,-1 0-1,0 0 1,-1 0 0,1 1-1,-1 0 1,1 0 0,-1 0 0,0 1-1,0 0 1,0 1 0,0-1-1,0 1 1,-1 1 0,1-1-1,0 1 1,0 1 0,-1-1 0,1 1-1,-9 2 1,-5 3-254,1 0 1,-1 1-1,1 1 1,0 1-1,-26 16 1,-3 5-6579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6:32.0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147 0 24575,'0'190'0,"-4"335"0,-43-8 0,-40-78-1365,78-396-5461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6:32.5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0 222 24575,'0'6'0,"13"3"0,17-1 0,23-2 0,15-1 0,15-8 0,20-18 0,11-10 0,6-7 0,-11-3 0,-11-2 0,-10 8 0,-13 9 0,-19 9-8191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6:33.0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1010 24575,'3'-1'0,"0"0"0,-1-1 0,1 1 0,0 0 0,0-1 0,-1 0 0,1 0 0,-1 1 0,0-1 0,1-1 0,-1 1 0,0 0 0,0 0 0,-1-1 0,1 0 0,2-4 0,7-8 0,79-77 0,4 4 0,4 5 0,3 3 0,153-90 0,-19 35 0,256-105 0,-399 200-1365,-21 10-5461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6:36.3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90 24575,'1'47'0,"1"0"0,10 51 0,5 49 0,-9-69 0,2-38 0,-10-39 0,0 0 0,0-1 0,1 1 0,-1 0 0,0-1 0,1 1 0,-1 0 0,0-1 0,1 1 0,-1 0 0,1-1 0,-1 1 0,1-1 0,-1 1 0,1 0 0,-1-1 0,1 0 0,-1 1 0,1-1 0,0 1 0,-1-1 0,1 0 0,0 1 0,0-1 0,-1 0 0,1 0 0,0 1 0,-1-1 0,1 0 0,0 0 0,0 0 0,0 0 0,-1 0 0,1 0 0,0 0 0,0 0 0,-1-1 0,1 1 0,0 0 0,-1 0 0,1-1 0,0 1 0,-1 0 0,1-1 0,0 1 0,-1-1 0,2 0 0,7-8 0,0 0 0,0-1 0,-1 0 0,0 0 0,0-1 0,6-13 0,5-6 0,44-66 0,115-162 0,-171 250 0,0 0 0,1 1 0,0 0 0,0 0 0,1 0 0,-1 1 0,2 1 0,-1-1 0,0 2 0,1-1 0,0 1 0,0 0 0,0 1 0,1 1 0,-1-1 0,1 2 0,-1-1 0,1 1 0,0 1 0,-1 0 0,1 1 0,0 0 0,-1 0 0,1 1 0,-1 0 0,20 8 0,-19-5 0,-1 0 0,1 1 0,-1 0 0,0 0 0,-1 1 0,0 0 0,0 1 0,0 0 0,-1 1 0,0 0 0,-1 0 0,0 0 0,0 1 0,5 11 0,10 20 0,-2 0 0,17 52 0,-35-89 10,-1 1 0,1-1 0,0 0 0,0 1 0,1-1 0,0 0 0,-1 0 0,1-1 0,0 1 0,1-1-1,5 5 1,-6-6-109,0 0 0,0 0 1,1 0-1,-1-1 0,1 0 0,0 0 0,-1 0 0,1 0 0,0 0 0,0-1 0,-1 0 0,1 1 0,0-2 0,6 1 0,26-5-6727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6:37.3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742 141 24575,'-10'-8'0,"1"0"0,-2 0 0,1 1 0,-1 0 0,-1 1 0,1 0 0,-1 1 0,0 0 0,0 1 0,0 1 0,0 0 0,-1 0 0,0 1 0,1 1 0,-1 0 0,0 0 0,-14 3 0,19-1 0,0 0 0,0 1 0,0 0 0,0 0 0,0 1 0,0 1 0,0-1 0,1 1 0,-1 0 0,1 1 0,1-1 0,-1 1 0,0 1 0,1-1 0,0 1 0,1 1 0,-1-1 0,-7 12 0,-6 10 0,2 2 0,0 0 0,-13 36 0,12-19 0,2 0 0,2 1 0,3 0 0,2 1 0,1 0 0,3 1 0,2-1 0,2 1 0,8 66 0,-4-86 0,1-1 0,16 53 0,-18-73 0,1 0 0,0 0 0,1-1 0,0 0 0,0 0 0,1 0 0,0 0 0,1-1 0,-1 0 0,1 0 0,1 0 0,-1-1 0,13 9 0,-15-12 0,1 0 0,1-1 0,-1 0 0,0 0 0,1-1 0,-1 1 0,0-1 0,1 0 0,0 0 0,-1-1 0,1 0 0,-1 0 0,1 0 0,0-1 0,-1 0 0,1 0 0,-1 0 0,1-1 0,-1 1 0,0-1 0,0-1 0,0 1 0,0-1 0,9-5 0,7-7 0,0-1 0,-1 0 0,-1-2 0,19-21 0,10-16 0,-1-2 0,-4-2 0,-2-2 0,52-103 0,-26 21 0,51-162 0,-111 287 0,6-21 0,23-47 0,-35 85 0,0-1 0,0 0 0,-1 1 0,1 0 0,0-1 0,0 1 0,1-1 0,-1 1 0,0 0 0,0 0 0,1 0 0,1-2 0,-3 3 0,0 0 0,1 0 0,-1 0 0,0 0 0,1 0 0,-1 0 0,0 0 0,1 0 0,-1 0 0,0 0 0,1 0 0,-1 0 0,0 0 0,0 1 0,1-1 0,-1 0 0,0 0 0,1 0 0,-1 0 0,0 0 0,1 1 0,-1-1 0,0 0 0,0 0 0,0 1 0,1-1 0,-1 0 0,0 0 0,0 1 0,0-1 0,1 0 0,-1 1 0,0-1 0,0 0 0,0 1 0,2 4 0,-1 1 0,1-1 0,-1 0 0,0 1 0,0 8 0,-12 584 0,-53-28 0,45-471 0,-4-1 0,-4-1 0,-69 159 0,94-251 0,-62 120 0,58-114 0,-2 0 0,1-1 0,-1 1 0,-1-1 0,1-1 0,-2 0 0,1 0 0,-16 10 0,18-15 0,0-1 0,0 1 0,-1-1 0,1-1 0,-1 0 0,1 0 0,-1 0 0,0-1 0,1 0 0,-1 0 0,0-1 0,0 0 0,0-1 0,0 0 0,1 0 0,-1 0 0,0-1 0,1 0 0,-14-6 0,2 0 0,1-1 0,1-1 0,0 0 0,0-2 0,1 0 0,-22-20 0,-9-16 0,3-2 0,1-2 0,3-1 0,2-2 0,3-2 0,2-2 0,2 0 0,-35-103 0,54 128 0,1-1 0,-8-52 0,17 75 0,1-1 0,0 1 0,0-1 0,1 0 0,1 1 0,0-1 0,1 1 0,0-1 0,1 1 0,7-19 0,-7 25 8,0 1 0,0-1 0,1 1-1,-1 0 1,1 0 0,1 0 0,-1 0-1,1 1 1,-1 0 0,1-1 0,0 2-1,1-1 1,7-4 0,6 0-393,-1 0-1,36-10 1,-46 16 67,44-13-6508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6:38.0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1 291 24575,'2'1'0,"0"-1"0,-1 1 0,1-1 0,0 1 0,0 0 0,0 0 0,-1 0 0,1 0 0,0 0 0,-1 0 0,1 0 0,-1 0 0,1 1 0,-1-1 0,0 0 0,0 1 0,1 0 0,-1-1 0,2 4 0,18 39 0,-18-37 0,7 18 0,-1 0 0,-1 1 0,-1-1 0,5 51 0,-2 107 0,-6-74 0,1-70 0,0-29 0,1-10 0,6-20 0,-11 20 0,105-213 0,-22 41 0,-76 157 0,111-197 0,-100 183 0,1 0 0,1 2 0,1 1 0,2 0 0,26-22 0,-40 40 0,-1 1 0,1 0 0,1 1 0,-1 0 0,1 0 0,0 1 0,0 1 0,1 0 0,-1 0 0,1 1 0,0 1 0,0 0 0,0 0 0,0 1 0,0 1 0,0 0 0,12 2 0,-20-2-72,-1 1 1,1 0-1,-1 0 0,1 0 0,-1 0 0,1 1 0,-1-1 0,0 1 1,0 0-1,0 0 0,0 0 0,0 0 0,0 0 0,-1 1 0,1-1 1,-1 1-1,1 0 0,2 4 0,11 23-6754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6:38.9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1 757 24575,'6'0'0,"0"-1"0,0 0 0,1 0 0,10-4 0,12-3 0,48-8 0,129-45 0,-179 50 0,-1 0 0,0-2 0,-1 0 0,0-2 0,-1-1 0,-1-1 0,0-1 0,27-28 0,-30 24 0,-1-1 0,-1 0 0,-1-2 0,-1 0 0,-1-1 0,12-29 0,-21 42 0,-1-1 0,-1 1 0,0-1 0,0 1 0,-2-1 0,0 0 0,0 0 0,-1 0 0,-1-1 0,-1 1 0,0 0 0,0 0 0,-2 0 0,-6-24 0,7 33 0,1 1 0,-1 0 0,-1 0 0,1 0 0,-1 0 0,1 0 0,-1 0 0,0 1 0,0-1 0,-1 1 0,1 0 0,-1 0 0,1 0 0,-1 0 0,0 1 0,0 0 0,0-1 0,-1 2 0,1-1 0,0 0 0,-1 1 0,1 0 0,-1 0 0,1 0 0,-1 0 0,0 1 0,-6 0 0,2 0 0,0 0 0,0 1 0,1 1 0,-1-1 0,0 1 0,0 1 0,1 0 0,-1 0 0,1 0 0,0 1 0,0 0 0,0 1 0,-11 8 0,4 1 0,1 1 0,1 0 0,0 1 0,1 0 0,0 1 0,2 0 0,0 1 0,-13 32 0,5-3 0,2 1 0,-14 65 0,4 39 0,-8 223 0,31-339 0,0-16 0,2 1 0,0 0 0,1 0 0,5 27 0,-5-43 0,1-1 0,0 0 0,0 0 0,0 0 0,1 0 0,-1 0 0,1 0 0,0 0 0,0 0 0,0 0 0,1-1 0,-1 1 0,1-1 0,0 0 0,0 0 0,0 0 0,1 0 0,-1-1 0,0 1 0,1-1 0,0 0 0,0 0 0,0 0 0,0 0 0,0-1 0,6 2 0,11 1 0,0-1 0,0-2 0,43-1 0,371-33 3,0-25-682,-137 17 188,227-18-679,-424 51-4684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6:39.7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186 28 24575,'0'-1'0,"0"0"0,0 0 0,0 1 0,-1-1 0,1 0 0,0 0 0,-1 1 0,1-1 0,-1 0 0,1 1 0,-1-1 0,1 0 0,-1 1 0,1-1 0,-1 1 0,1-1 0,-1 1 0,0-1 0,1 1 0,-1-1 0,0 1 0,0 0 0,1-1 0,-2 1 0,-22-8 0,23 8 0,-6-1 0,-1-1 0,1 2 0,-1-1 0,1 1 0,0 0 0,-1 1 0,1-1 0,-1 2 0,1-1 0,0 1 0,-13 4 0,17-5 0,0 1 0,1-1 0,-1 0 0,0 1 0,1 0 0,-1-1 0,1 1 0,0 0 0,0 0 0,-1 0 0,1 1 0,0-1 0,1 0 0,-1 1 0,0-1 0,1 1 0,0 0 0,-1 0 0,1-1 0,0 1 0,0 0 0,1 0 0,-1 0 0,0 0 0,1 0 0,0 0 0,0 0 0,0 0 0,0 0 0,0 0 0,1 0 0,0 5 0,1-3 0,0 0 0,0 0 0,0 1 0,1-2 0,-1 1 0,1 0 0,0 0 0,1-1 0,-1 0 0,1 0 0,8 8 0,5 2 0,31 19 0,-33-22 0,142 82 0,-95-59 0,83 62 0,-126-82 0,-1 2 0,0 0 0,-2 1 0,0 0 0,-1 2 0,0 0 0,-2 0 0,16 30 0,-15-17 0,-1 1 0,-1 0 0,-2 1 0,-1 0 0,-2 1 0,-2 0 0,0 0 0,-3 0 0,-1 0 0,-4 47 0,3-77-45,-1 0-1,0 0 1,1 1-1,-2-1 1,1 0-1,0 0 1,-1 0-1,0 0 1,-1 0-1,1-1 1,-1 1-1,1 0 1,-1-1-1,-1 0 1,1 0-1,-1 0 1,1 0-1,-1-1 1,0 1-1,-1-1 1,1 0-1,0 0 1,-1 0-1,0-1 0,1 0 1,-1 1-1,0-2 1,0 1-1,-9 1 1,-22 4-6781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7:11.4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683 256 24575,'0'-6'0,"0"1"0,0-1 0,0 0 0,-1 1 0,0-1 0,0 1 0,0-1 0,-1 1 0,0 0 0,0-1 0,0 1 0,0 0 0,-1 0 0,0 1 0,0-1 0,0 0 0,-1 1 0,0 0 0,1 0 0,-8-5 0,-10-11 0,-2 1 0,-1 1 0,-40-23 0,52 34 0,-2 0 0,1 1 0,0 1 0,-1 0 0,0 1 0,-1 0 0,1 1 0,0 0 0,-21 0 0,28 3 0,0 1 0,0 0 0,1 0 0,-1 1 0,0 0 0,0 0 0,1 0 0,-1 1 0,1 0 0,0 1 0,0-1 0,0 1 0,1 0 0,-1 0 0,1 1 0,0 0 0,0 0 0,-8 10 0,0 3 0,1 0 0,1 0 0,1 1 0,1 0 0,-9 26 0,-2 12 0,-22 115 0,4 71 0,38-239 0,-44 413 0,41 2 0,5-385 0,-2-15 0,1 0 0,1 1 0,0-1 0,1 0 0,2-1 0,12 36 0,-17-53 0,1 0 0,-1 0 0,1 1 0,-1-1 0,1 0 0,-1-1 0,1 1 0,0 0 0,0 0 0,-1 0 0,1 0 0,0 0 0,0-1 0,0 1 0,0 0 0,0-1 0,0 1 0,1 0 0,-1-1 0,-1 0 0,1 0 0,0 0 0,-1 0 0,1 0 0,0 0 0,0-1 0,-1 1 0,1 0 0,-1 0 0,1-1 0,0 1 0,-1 0 0,1-1 0,0 1 0,-1 0 0,1-1 0,-1 1 0,1-1 0,-1 1 0,1-2 0,4-3 0,-2-1 0,1 0 0,-1 0 0,5-11 0,-4 8 0,29-63-1365,-20 34-5461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8:10.5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24575,'0'0'-8191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8:11.6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24575,'7'0'0,"7"0"0,9 0 0,7 0 0,4 0 0,4 0 0,1 0 0,7 0 0,15 0 0,10 0 0,19 0 0,7 0 0,19 0 0,9 0 0,-4 0 0,-15 0 0,-20 0 0,-25 0-8191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8:12.0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24575,'6'0'0,"42"6"0,76 2 0,49 7 0,60 0 0,23-2-1827,45 3 1827,16 5 0,0 0 0,-23 2 0,-21 10 0,-45-1 0,-49-5 0,-54-8-6364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8:19.2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116 6949 24575,'-3'3'0,"1"0"0,-1 1 0,0 0 0,1-1 0,0 1 0,0 0 0,0 0 0,1 0 0,-1 1 0,0 7 0,-6 49 0,5-31 0,-9 44 0,-24 75 0,28-119 0,7-25 0,-8 22 0,9-27 0,0 0 0,0 0 0,0 0 0,0 1 0,0-1 0,0 0 0,0 0 0,0 0 0,0 0 0,0 0 0,0 0 0,0 0 0,0 0 0,0 0 0,-1 0 0,1 1 0,0-1 0,0 0 0,0 0 0,0 0 0,0 0 0,0 0 0,0 0 0,0 0 0,0 0 0,-1 0 0,1 0 0,0 0 0,0 0 0,0 0 0,0 0 0,0 0 0,0 0 0,0 0 0,0 0 0,-1 0 0,1 0 0,0 0 0,0 0 0,0 0 0,0 0 0,0 0 0,0 0 0,0 0 0,0 0 0,0 0 0,-1 0 0,1 0 0,0-1 0,0 1 0,0 0 0,0 0 0,0 0 0,0 0 0,0 0 0,0 0 0,0 0 0,0 0 0,0 0 0,0 0 0,0-1 0,0 1 0,0 0 0,0 0 0,0 0 0,0 0 0,-4-23 0,-2-226 0,6 171 0,0-905 0,3 551-832,10-175-2496,43-774 2434,51-5 826,-18 770-693,-51 443 1185,83-238 1,-93 340 325,2 1 1,4 2-1,2 1 0,3 2 1,4 1-1,69-81 1,-55 82-788,3 2 1,3 3-1,2 3 1,3 2 0,104-61-1,-149 100 37,1 1 0,0 1 0,0 1 0,43-12 0,-57 20 0,0 1 0,1 1 0,-1-1 0,0 1 0,1 1 0,-1 0 0,0 1 0,1 0 0,-1 0 0,0 1 0,0 1 0,0-1 0,0 2 0,0-1 0,11 7 0,4 5 0,-1 1 0,0 1 0,-2 1 0,0 0 0,34 39 0,-22-18 0,-1 3 0,36 60 0,-39-48 0,-2 1 0,-2 2 0,-3 0 0,-3 2 0,-2 0 0,-2 1 0,10 88 0,-12-7 0,-5 1 0,-7 0 0,-28 253 0,1-228 0,-6-2 0,-102 307 0,123-444 0,-22 59 0,28-79 0,0 0 0,0 0 0,-1-1 0,0 1 0,-1-1 0,1 0 0,-11 9 0,16-15 0,-1 0 0,0 0 0,0-1 0,0 1 0,1-1 0,-1 1 0,0 0 0,0-1 0,0 0 0,0 1 0,0-1 0,0 1 0,0-1 0,0 0 0,-2 0 0,3 0 0,-1 0 0,1 0 0,0 0 0,-1 0 0,1 0 0,0-1 0,-1 1 0,1 0 0,0 0 0,-1 0 0,1-1 0,0 1 0,0 0 0,-1-1 0,1 1 0,0 0 0,0-1 0,0 1 0,-1 0 0,1-1 0,0 1 0,0 0 0,0-1 0,0 1 0,0 0 0,0-1 0,0 0 0,-1-2 0,1 0 0,0 0 0,0 0 0,1 0 0,-1 1 0,1-1 0,-1 0 0,1 0 0,1-4 0,5-7 0,1 0 0,0 1 0,0 0 0,1 0 0,1 1 0,0 0 0,1 1 0,0 0 0,1 0 0,0 1 0,1 1 0,0 0 0,16-8 0,6-1 0,1 1 0,0 2 0,1 2 0,44-10 0,-68 19 0,1 1 0,-1 0 0,1 1 0,0 1 0,22 0 0,-32 2 0,0-1 0,0 1 0,0-1 0,0 1 0,0 1 0,0-1 0,0 0 0,0 1 0,-1 0 0,1 0 0,0 0 0,-1 0 0,0 1 0,1-1 0,-1 1 0,0 0 0,0 0 0,-1 0 0,1 0 0,-1 0 0,1 1 0,-1-1 0,3 8 0,3 8 0,-1 1 0,-1 1 0,-1-1 0,5 37 0,1 90 0,-10-125 0,3 517 0,-5-367 0,-6-46 0,-31 176 0,25-213 0,-3 38 0,11-71 0,-2 0 0,-3 0 0,-2-1 0,-22 60 0,21-81 0,-1 0 0,-2-2 0,-1 1 0,-34 47 0,43-70 0,0-1 0,0 1 0,-1-2 0,0 1 0,-1-1 0,0 0 0,0-1 0,-1 0 0,1-1 0,-1 0 0,-1-1 0,1 0 0,-1-1 0,0 0 0,0-1 0,0 0 0,-17 1 0,-65 1 0,-104-8 0,56-2 0,42 5 0,-55-1 0,-167-21 0,118-17 0,199 38 0,-102-15 0,105 16 0,0-1 0,0 1 0,0-1 0,0 0 0,0 1 0,0-1 0,0 0 0,0 0 0,0-1 0,0 1 0,0 0 0,1-1 0,-3-2 0,3 4 0,1 0 0,0-1 0,-1 1 0,1-1 0,0 1 0,0-1 0,0 1 0,-1-1 0,1 1 0,0-1 0,0 0 0,0 1 0,0-1 0,0 1 0,0-1 0,0 1 0,0-1 0,0 1 0,0-1 0,0 1 0,1-1 0,-1 0 0,0 1 0,0-1 0,1 0 0,0 0 0,0-1 0,0 1 0,1-1 0,-1 1 0,1 0 0,-1 0 0,1-1 0,-1 1 0,1 0 0,0 0 0,2-1 0,19-6-682,43-11-1,57-9-6143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8:15.2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654 27 24575,'-72'1'0,"-128"15"0,175-11 0,-1 0 0,1 1 0,0 2 0,1 0 0,0 2 0,0 0 0,1 2 0,-32 21 0,45-24 0,-1 0 0,1 1 0,1 0 0,0 1 0,0 0 0,1 0 0,0 1 0,1 0 0,1 0 0,0 1 0,0-1 0,1 1 0,-6 27 0,6-16 0,1 0 0,0 1 0,2-1 0,1 0 0,1 1 0,1-1 0,5 30 0,1-23 0,1-1 0,1 0 0,2 0 0,1-1 0,1 0 0,27 43 0,118 147 0,106 88 0,-219-263 0,1-1 0,3-3 0,1-2 0,78 46 0,-100-69 0,-1-1 0,2-2 0,0 0 0,31 7 0,-50-16 0,0-1 0,1 0 0,-1 0 0,1-1 0,0 0 0,-1-1 0,1-1 0,0 1 0,-1-2 0,1 1 0,-1-1 0,1-1 0,-1 0 0,0-1 0,10-4 0,-7 0 0,0-1 0,0 0 0,-1-1 0,-1 0 0,0 0 0,0-2 0,-1 1 0,17-26 0,-3-1 0,32-74 0,136-385 0,-156 383 0,35-187 0,-58 215 0,-4 0 0,-3-165 0,-10 217 0,0 76 0,32 478-34,-20-427-38,116 824-834,-34-313 249,-36 3 477,-51 106 27,-6-505 231,1-104 600,-30 192-1,21-238-563,-3 0 0,-2-1 0,-3-1-1,-44 92 1,51-124-114,-2 1 0,-1-2 0,-19 24 0,30-41 0,-1 0 0,0-1 0,0 1 0,0-1 0,-1 0 0,0-1 0,0 0 0,0 1 0,-1-2 0,1 1 0,-1-1 0,0 0 0,0 0 0,0-1 0,0 0 0,-10 1 0,13-3 0,-1 0 0,1 0 0,0 0 0,-1-1 0,1 0 0,0 0 0,0 0 0,-1 0 0,1-1 0,0 0 0,-7-4 0,0-1 0,0-1 0,-17-16 0,7 3 0,1-2 0,1-1 0,0 0 0,2-1 0,-26-53 0,-40-85-520,-106-296 0,2-200-280,185 652 796,-16-71-10,2 0 0,-7-122 0,23 190 69,-1 0 0,2 0 0,0 0 1,0-1-1,0 1 0,2 0 0,-1 1 0,1-1 0,1 0 0,-1 1 0,2 0 0,-1-1 0,1 2 1,1-1-1,-1 1 0,1-1 0,1 2 0,0-1 0,0 1 0,0 0 0,1 0 0,0 1 0,14-9 1,63-38-1107,5 3-5526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8:16.6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274 1365 24575,'-1'-31'0,"0"20"0,1-1 0,0 1 0,0 0 0,1 0 0,0 0 0,1 0 0,0 0 0,1 0 0,1 0 0,8-19 0,14-14 0,-2-2 0,-2-1 0,-2 0 0,18-66 0,-23 31 0,-3 0 0,-4-1 0,-3 0 0,-11-144 0,5 214 0,-1-20 0,-1 0 0,-1 0 0,-17-60 0,19 85 0,-1 0 0,-1 1 0,1-1 0,-1 1 0,0 0 0,-1 0 0,0 0 0,0 0 0,-6-5 0,7 9 0,0 0 0,0 0 0,0 0 0,0 0 0,0 1 0,-1-1 0,0 1 0,1 0 0,-1 1 0,0-1 0,1 1 0,-1 0 0,0 0 0,0 0 0,0 1 0,-6 0 0,8 0 0,-1 0 0,1 1 0,0-1 0,0 1 0,0 0 0,0 0 0,0 0 0,0 0 0,0 0 0,0 1 0,0-1 0,1 1 0,-1 0 0,0 0 0,-2 2 0,-1 2 0,0 1 0,0 0 0,1 0 0,-7 11 0,-6 13 0,1 2 0,1 0 0,-17 56 0,-20 112 0,25-62 0,6 2 0,-6 267 0,27-364 0,2 0 0,2 0 0,1-1 0,3 1 0,1-1 0,15 43 0,-20-78 0,-1 0 0,1-1 0,1 1 0,0-1 0,0 1 0,0-1 0,1 0 0,-1-1 0,2 1 0,-1-1 0,1 0 0,0 0 0,0-1 0,1 0 0,0 0 0,-1 0 0,2-1 0,-1 0 0,0 0 0,1-1 0,0 0 0,0 0 0,0-1 0,0 0 0,0-1 0,16 2 0,-12-2 0,0-1 0,0 0 0,0-1 0,0 0 0,-1-1 0,1 0 0,0-1 0,-1 0 0,0-1 0,0 0 0,0-1 0,0-1 0,0 1 0,14-12 0,-13 8 0,-1-1 0,0-1 0,0 0 0,-1 0 0,-1-1 0,0-1 0,0 0 0,-1 0 0,-1 0 0,11-26 0,61-214 0,-57 172 0,10-33 0,-1-2 0,65-157 0,-88 256 0,1 1 0,1 1 0,0 0 0,1 0 0,1 1 0,0 0 0,1 1 0,0 1 0,1 0 0,0 1 0,1 0 0,0 1 0,1 1 0,0 0 0,33-12 0,-47 20 0,1 0 0,-1 0 0,1 0 0,-1 1 0,1-1 0,0 1 0,-1 0 0,1 0 0,-1 0 0,1 0 0,0 0 0,-1 0 0,1 1 0,-1-1 0,1 1 0,-1 0 0,1 0 0,-1-1 0,1 2 0,-1-1 0,0 0 0,0 0 0,1 1 0,-1 0 0,0-1 0,0 1 0,-1 0 0,1 0 0,0 0 0,0 0 0,-1 0 0,0 0 0,2 3 0,3 6 0,0 1 0,-1-1 0,-1 1 0,0 0 0,4 20 0,0 8 0,-2 1 0,1 63 0,-11 87 0,0-69 0,6-90 0,3-24 0,5-20 0,37-103 0,14-26 0,-17 69 0,3 2 0,93-106 0,-133 168 0,36-42 0,3 2 0,1 2 0,3 2 0,68-47 0,-78 64 0,2 2 0,1 1 0,1 3 0,1 1 0,0 3 0,69-17 0,-105 31 0,0 1 0,1 0 0,0 1 0,-1 0 0,1 1 0,0 0 0,12 1 0,-19 0 0,1 0 0,0 0 0,0 0 0,0 1 0,-1-1 0,1 1 0,0 0 0,-1 0 0,0 0 0,1 1 0,-1-1 0,0 1 0,0 0 0,-1-1 0,1 2 0,-1-1 0,1 0 0,-1 0 0,4 7 0,-2 0 0,1 1 0,-1 0 0,-1 0 0,0 0 0,0 0 0,-1 0 0,0 15 0,0 83 0,-3-71 0,-7 396-1365,7-386-5461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1:28:28.6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1 533 24575,'1'-6'0,"0"0"0,1-1 0,0 1 0,0 0 0,1 0 0,-1 0 0,1 0 0,0 1 0,1-1 0,8-9 0,-2 0 0,57-72 0,-17 26 0,-12 15 0,1 3 0,2 1 0,85-66 0,-118 101 0,0 1 0,1 0 0,0 1 0,0 0 0,0 0 0,1 1 0,-1 0 0,1 1 0,0 0 0,0 1 0,0 0 0,0 0 0,1 1 0,-1 0 0,13 2 0,-8 0 0,-1 1 0,0 1 0,1 0 0,-1 1 0,0 1 0,0 0 0,-1 1 0,0 0 0,0 1 0,13 10 0,0 2 0,-1 1 0,-1 1 0,-1 1 0,-1 2 0,-1 0 0,25 38 0,-38-53 0,-1 0 0,-1 1 0,0 0 0,0 0 0,0 1 0,-2 0 0,1 0 0,-1 0 0,-1 0 0,0 1 0,-1-1 0,0 1 0,1 18 0,-3 5-1365,0-2-5461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2:18:14.1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24575,'0'0'-8191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2:18:15.2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24575,'0'0'-8191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2:18:17.1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2:18:23.9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24575,'0'0'-8191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02:18:24.7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04.03.2026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image" Target="../media/image11.png"/><Relationship Id="rId18" Type="http://schemas.openxmlformats.org/officeDocument/2006/relationships/customXml" Target="../ink/ink9.xml"/><Relationship Id="rId26" Type="http://schemas.openxmlformats.org/officeDocument/2006/relationships/customXml" Target="../ink/ink13.xml"/><Relationship Id="rId39" Type="http://schemas.openxmlformats.org/officeDocument/2006/relationships/customXml" Target="../ink/ink20.xml"/><Relationship Id="rId3" Type="http://schemas.openxmlformats.org/officeDocument/2006/relationships/image" Target="../media/image6.png"/><Relationship Id="rId21" Type="http://schemas.openxmlformats.org/officeDocument/2006/relationships/image" Target="../media/image15.png"/><Relationship Id="rId34" Type="http://schemas.openxmlformats.org/officeDocument/2006/relationships/customXml" Target="../ink/ink17.xml"/><Relationship Id="rId7" Type="http://schemas.openxmlformats.org/officeDocument/2006/relationships/image" Target="../media/image8.png"/><Relationship Id="rId12" Type="http://schemas.openxmlformats.org/officeDocument/2006/relationships/customXml" Target="../ink/ink6.xml"/><Relationship Id="rId17" Type="http://schemas.openxmlformats.org/officeDocument/2006/relationships/image" Target="../media/image13.png"/><Relationship Id="rId25" Type="http://schemas.openxmlformats.org/officeDocument/2006/relationships/image" Target="../media/image17.png"/><Relationship Id="rId33" Type="http://schemas.openxmlformats.org/officeDocument/2006/relationships/image" Target="../media/image21.png"/><Relationship Id="rId38" Type="http://schemas.openxmlformats.org/officeDocument/2006/relationships/image" Target="../media/image23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0" Type="http://schemas.openxmlformats.org/officeDocument/2006/relationships/customXml" Target="../ink/ink10.xml"/><Relationship Id="rId29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11" Type="http://schemas.openxmlformats.org/officeDocument/2006/relationships/image" Target="../media/image10.png"/><Relationship Id="rId24" Type="http://schemas.openxmlformats.org/officeDocument/2006/relationships/customXml" Target="../ink/ink12.xml"/><Relationship Id="rId32" Type="http://schemas.openxmlformats.org/officeDocument/2006/relationships/customXml" Target="../ink/ink16.xml"/><Relationship Id="rId37" Type="http://schemas.openxmlformats.org/officeDocument/2006/relationships/customXml" Target="../ink/ink19.xml"/><Relationship Id="rId5" Type="http://schemas.openxmlformats.org/officeDocument/2006/relationships/image" Target="../media/image7.png"/><Relationship Id="rId15" Type="http://schemas.openxmlformats.org/officeDocument/2006/relationships/image" Target="../media/image12.png"/><Relationship Id="rId23" Type="http://schemas.openxmlformats.org/officeDocument/2006/relationships/image" Target="../media/image16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10" Type="http://schemas.openxmlformats.org/officeDocument/2006/relationships/customXml" Target="../ink/ink5.xml"/><Relationship Id="rId19" Type="http://schemas.openxmlformats.org/officeDocument/2006/relationships/image" Target="../media/image14.png"/><Relationship Id="rId31" Type="http://schemas.openxmlformats.org/officeDocument/2006/relationships/image" Target="../media/image20.png"/><Relationship Id="rId4" Type="http://schemas.openxmlformats.org/officeDocument/2006/relationships/customXml" Target="../ink/ink2.xml"/><Relationship Id="rId9" Type="http://schemas.openxmlformats.org/officeDocument/2006/relationships/image" Target="../media/image9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18.png"/><Relationship Id="rId30" Type="http://schemas.openxmlformats.org/officeDocument/2006/relationships/customXml" Target="../ink/ink15.xml"/><Relationship Id="rId35" Type="http://schemas.openxmlformats.org/officeDocument/2006/relationships/image" Target="../media/image22.png"/></Relationships>
</file>

<file path=ppt/slides/_rels/slide42.xml.rels><?xml version="1.0" encoding="UTF-8" standalone="yes"?>
<Relationships xmlns="http://schemas.openxmlformats.org/package/2006/relationships"><Relationship Id="rId26" Type="http://schemas.openxmlformats.org/officeDocument/2006/relationships/customXml" Target="../ink/ink33.xml"/><Relationship Id="rId21" Type="http://schemas.openxmlformats.org/officeDocument/2006/relationships/image" Target="../media/image33.png"/><Relationship Id="rId42" Type="http://schemas.openxmlformats.org/officeDocument/2006/relationships/customXml" Target="../ink/ink41.xml"/><Relationship Id="rId47" Type="http://schemas.openxmlformats.org/officeDocument/2006/relationships/image" Target="../media/image46.png"/><Relationship Id="rId63" Type="http://schemas.openxmlformats.org/officeDocument/2006/relationships/image" Target="../media/image54.png"/><Relationship Id="rId68" Type="http://schemas.openxmlformats.org/officeDocument/2006/relationships/customXml" Target="../ink/ink54.xml"/><Relationship Id="rId84" Type="http://schemas.openxmlformats.org/officeDocument/2006/relationships/customXml" Target="../ink/ink62.xml"/><Relationship Id="rId89" Type="http://schemas.openxmlformats.org/officeDocument/2006/relationships/image" Target="../media/image67.png"/><Relationship Id="rId112" Type="http://schemas.openxmlformats.org/officeDocument/2006/relationships/customXml" Target="../ink/ink76.xml"/><Relationship Id="rId2" Type="http://schemas.openxmlformats.org/officeDocument/2006/relationships/customXml" Target="../ink/ink21.xml"/><Relationship Id="rId16" Type="http://schemas.openxmlformats.org/officeDocument/2006/relationships/customXml" Target="../ink/ink28.xml"/><Relationship Id="rId29" Type="http://schemas.openxmlformats.org/officeDocument/2006/relationships/image" Target="../media/image37.png"/><Relationship Id="rId107" Type="http://schemas.openxmlformats.org/officeDocument/2006/relationships/image" Target="../media/image75.png"/><Relationship Id="rId11" Type="http://schemas.openxmlformats.org/officeDocument/2006/relationships/image" Target="../media/image28.png"/><Relationship Id="rId24" Type="http://schemas.openxmlformats.org/officeDocument/2006/relationships/customXml" Target="../ink/ink32.xml"/><Relationship Id="rId32" Type="http://schemas.openxmlformats.org/officeDocument/2006/relationships/customXml" Target="../ink/ink36.xml"/><Relationship Id="rId37" Type="http://schemas.openxmlformats.org/officeDocument/2006/relationships/image" Target="../media/image41.png"/><Relationship Id="rId40" Type="http://schemas.openxmlformats.org/officeDocument/2006/relationships/customXml" Target="../ink/ink40.xml"/><Relationship Id="rId45" Type="http://schemas.openxmlformats.org/officeDocument/2006/relationships/image" Target="../media/image45.png"/><Relationship Id="rId53" Type="http://schemas.openxmlformats.org/officeDocument/2006/relationships/image" Target="../media/image49.png"/><Relationship Id="rId58" Type="http://schemas.openxmlformats.org/officeDocument/2006/relationships/customXml" Target="../ink/ink49.xml"/><Relationship Id="rId66" Type="http://schemas.openxmlformats.org/officeDocument/2006/relationships/customXml" Target="../ink/ink53.xml"/><Relationship Id="rId74" Type="http://schemas.openxmlformats.org/officeDocument/2006/relationships/customXml" Target="../ink/ink57.xml"/><Relationship Id="rId79" Type="http://schemas.openxmlformats.org/officeDocument/2006/relationships/image" Target="../media/image62.png"/><Relationship Id="rId87" Type="http://schemas.openxmlformats.org/officeDocument/2006/relationships/image" Target="../media/image66.png"/><Relationship Id="rId102" Type="http://schemas.openxmlformats.org/officeDocument/2006/relationships/customXml" Target="../ink/ink71.xml"/><Relationship Id="rId110" Type="http://schemas.openxmlformats.org/officeDocument/2006/relationships/customXml" Target="../ink/ink75.xml"/><Relationship Id="rId5" Type="http://schemas.openxmlformats.org/officeDocument/2006/relationships/image" Target="../media/image25.png"/><Relationship Id="rId61" Type="http://schemas.openxmlformats.org/officeDocument/2006/relationships/image" Target="../media/image53.png"/><Relationship Id="rId82" Type="http://schemas.openxmlformats.org/officeDocument/2006/relationships/customXml" Target="../ink/ink61.xml"/><Relationship Id="rId90" Type="http://schemas.openxmlformats.org/officeDocument/2006/relationships/customXml" Target="../ink/ink65.xml"/><Relationship Id="rId95" Type="http://schemas.openxmlformats.org/officeDocument/2006/relationships/image" Target="../media/image70.png"/><Relationship Id="rId19" Type="http://schemas.openxmlformats.org/officeDocument/2006/relationships/image" Target="../media/image32.png"/><Relationship Id="rId14" Type="http://schemas.openxmlformats.org/officeDocument/2006/relationships/customXml" Target="../ink/ink27.xml"/><Relationship Id="rId22" Type="http://schemas.openxmlformats.org/officeDocument/2006/relationships/customXml" Target="../ink/ink31.xml"/><Relationship Id="rId27" Type="http://schemas.openxmlformats.org/officeDocument/2006/relationships/image" Target="../media/image36.png"/><Relationship Id="rId30" Type="http://schemas.openxmlformats.org/officeDocument/2006/relationships/customXml" Target="../ink/ink35.xml"/><Relationship Id="rId35" Type="http://schemas.openxmlformats.org/officeDocument/2006/relationships/image" Target="../media/image40.png"/><Relationship Id="rId43" Type="http://schemas.openxmlformats.org/officeDocument/2006/relationships/image" Target="../media/image44.png"/><Relationship Id="rId48" Type="http://schemas.openxmlformats.org/officeDocument/2006/relationships/customXml" Target="../ink/ink44.xml"/><Relationship Id="rId56" Type="http://schemas.openxmlformats.org/officeDocument/2006/relationships/customXml" Target="../ink/ink48.xml"/><Relationship Id="rId64" Type="http://schemas.openxmlformats.org/officeDocument/2006/relationships/customXml" Target="../ink/ink52.xml"/><Relationship Id="rId69" Type="http://schemas.openxmlformats.org/officeDocument/2006/relationships/image" Target="../media/image57.png"/><Relationship Id="rId77" Type="http://schemas.openxmlformats.org/officeDocument/2006/relationships/image" Target="../media/image61.png"/><Relationship Id="rId100" Type="http://schemas.openxmlformats.org/officeDocument/2006/relationships/customXml" Target="../ink/ink70.xml"/><Relationship Id="rId105" Type="http://schemas.openxmlformats.org/officeDocument/2006/relationships/image" Target="../media/image74.png"/><Relationship Id="rId113" Type="http://schemas.openxmlformats.org/officeDocument/2006/relationships/image" Target="../media/image78.png"/><Relationship Id="rId8" Type="http://schemas.openxmlformats.org/officeDocument/2006/relationships/customXml" Target="../ink/ink24.xml"/><Relationship Id="rId51" Type="http://schemas.openxmlformats.org/officeDocument/2006/relationships/image" Target="../media/image48.png"/><Relationship Id="rId72" Type="http://schemas.openxmlformats.org/officeDocument/2006/relationships/customXml" Target="../ink/ink56.xml"/><Relationship Id="rId80" Type="http://schemas.openxmlformats.org/officeDocument/2006/relationships/customXml" Target="../ink/ink60.xml"/><Relationship Id="rId85" Type="http://schemas.openxmlformats.org/officeDocument/2006/relationships/image" Target="../media/image65.png"/><Relationship Id="rId93" Type="http://schemas.openxmlformats.org/officeDocument/2006/relationships/image" Target="../media/image69.png"/><Relationship Id="rId98" Type="http://schemas.openxmlformats.org/officeDocument/2006/relationships/customXml" Target="../ink/ink69.xml"/><Relationship Id="rId3" Type="http://schemas.openxmlformats.org/officeDocument/2006/relationships/image" Target="../media/image24.png"/><Relationship Id="rId12" Type="http://schemas.openxmlformats.org/officeDocument/2006/relationships/customXml" Target="../ink/ink26.xml"/><Relationship Id="rId17" Type="http://schemas.openxmlformats.org/officeDocument/2006/relationships/image" Target="../media/image31.png"/><Relationship Id="rId25" Type="http://schemas.openxmlformats.org/officeDocument/2006/relationships/image" Target="../media/image35.png"/><Relationship Id="rId33" Type="http://schemas.openxmlformats.org/officeDocument/2006/relationships/image" Target="../media/image39.png"/><Relationship Id="rId38" Type="http://schemas.openxmlformats.org/officeDocument/2006/relationships/customXml" Target="../ink/ink39.xml"/><Relationship Id="rId46" Type="http://schemas.openxmlformats.org/officeDocument/2006/relationships/customXml" Target="../ink/ink43.xml"/><Relationship Id="rId59" Type="http://schemas.openxmlformats.org/officeDocument/2006/relationships/image" Target="../media/image52.png"/><Relationship Id="rId67" Type="http://schemas.openxmlformats.org/officeDocument/2006/relationships/image" Target="../media/image56.png"/><Relationship Id="rId103" Type="http://schemas.openxmlformats.org/officeDocument/2006/relationships/image" Target="../media/image73.png"/><Relationship Id="rId108" Type="http://schemas.openxmlformats.org/officeDocument/2006/relationships/customXml" Target="../ink/ink74.xml"/><Relationship Id="rId20" Type="http://schemas.openxmlformats.org/officeDocument/2006/relationships/customXml" Target="../ink/ink30.xml"/><Relationship Id="rId41" Type="http://schemas.openxmlformats.org/officeDocument/2006/relationships/image" Target="../media/image43.png"/><Relationship Id="rId54" Type="http://schemas.openxmlformats.org/officeDocument/2006/relationships/customXml" Target="../ink/ink47.xml"/><Relationship Id="rId62" Type="http://schemas.openxmlformats.org/officeDocument/2006/relationships/customXml" Target="../ink/ink51.xml"/><Relationship Id="rId70" Type="http://schemas.openxmlformats.org/officeDocument/2006/relationships/customXml" Target="../ink/ink55.xml"/><Relationship Id="rId75" Type="http://schemas.openxmlformats.org/officeDocument/2006/relationships/image" Target="../media/image60.png"/><Relationship Id="rId83" Type="http://schemas.openxmlformats.org/officeDocument/2006/relationships/image" Target="../media/image64.png"/><Relationship Id="rId88" Type="http://schemas.openxmlformats.org/officeDocument/2006/relationships/customXml" Target="../ink/ink64.xml"/><Relationship Id="rId91" Type="http://schemas.openxmlformats.org/officeDocument/2006/relationships/image" Target="../media/image68.png"/><Relationship Id="rId96" Type="http://schemas.openxmlformats.org/officeDocument/2006/relationships/customXml" Target="../ink/ink68.xml"/><Relationship Id="rId111" Type="http://schemas.openxmlformats.org/officeDocument/2006/relationships/image" Target="../media/image77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23.xml"/><Relationship Id="rId15" Type="http://schemas.openxmlformats.org/officeDocument/2006/relationships/image" Target="../media/image30.png"/><Relationship Id="rId23" Type="http://schemas.openxmlformats.org/officeDocument/2006/relationships/image" Target="../media/image34.png"/><Relationship Id="rId28" Type="http://schemas.openxmlformats.org/officeDocument/2006/relationships/customXml" Target="../ink/ink34.xml"/><Relationship Id="rId36" Type="http://schemas.openxmlformats.org/officeDocument/2006/relationships/customXml" Target="../ink/ink38.xml"/><Relationship Id="rId49" Type="http://schemas.openxmlformats.org/officeDocument/2006/relationships/image" Target="../media/image47.png"/><Relationship Id="rId57" Type="http://schemas.openxmlformats.org/officeDocument/2006/relationships/image" Target="../media/image51.png"/><Relationship Id="rId106" Type="http://schemas.openxmlformats.org/officeDocument/2006/relationships/customXml" Target="../ink/ink73.xml"/><Relationship Id="rId10" Type="http://schemas.openxmlformats.org/officeDocument/2006/relationships/customXml" Target="../ink/ink25.xml"/><Relationship Id="rId31" Type="http://schemas.openxmlformats.org/officeDocument/2006/relationships/image" Target="../media/image38.png"/><Relationship Id="rId44" Type="http://schemas.openxmlformats.org/officeDocument/2006/relationships/customXml" Target="../ink/ink42.xml"/><Relationship Id="rId52" Type="http://schemas.openxmlformats.org/officeDocument/2006/relationships/customXml" Target="../ink/ink46.xml"/><Relationship Id="rId60" Type="http://schemas.openxmlformats.org/officeDocument/2006/relationships/customXml" Target="../ink/ink50.xml"/><Relationship Id="rId65" Type="http://schemas.openxmlformats.org/officeDocument/2006/relationships/image" Target="../media/image55.png"/><Relationship Id="rId73" Type="http://schemas.openxmlformats.org/officeDocument/2006/relationships/image" Target="../media/image59.png"/><Relationship Id="rId78" Type="http://schemas.openxmlformats.org/officeDocument/2006/relationships/customXml" Target="../ink/ink59.xml"/><Relationship Id="rId81" Type="http://schemas.openxmlformats.org/officeDocument/2006/relationships/image" Target="../media/image63.png"/><Relationship Id="rId86" Type="http://schemas.openxmlformats.org/officeDocument/2006/relationships/customXml" Target="../ink/ink63.xml"/><Relationship Id="rId94" Type="http://schemas.openxmlformats.org/officeDocument/2006/relationships/customXml" Target="../ink/ink67.xml"/><Relationship Id="rId99" Type="http://schemas.openxmlformats.org/officeDocument/2006/relationships/image" Target="../media/image72.png"/><Relationship Id="rId101" Type="http://schemas.openxmlformats.org/officeDocument/2006/relationships/image" Target="../media/image19.png"/><Relationship Id="rId4" Type="http://schemas.openxmlformats.org/officeDocument/2006/relationships/customXml" Target="../ink/ink22.xml"/><Relationship Id="rId9" Type="http://schemas.openxmlformats.org/officeDocument/2006/relationships/image" Target="../media/image27.png"/><Relationship Id="rId13" Type="http://schemas.openxmlformats.org/officeDocument/2006/relationships/image" Target="../media/image29.png"/><Relationship Id="rId18" Type="http://schemas.openxmlformats.org/officeDocument/2006/relationships/customXml" Target="../ink/ink29.xml"/><Relationship Id="rId39" Type="http://schemas.openxmlformats.org/officeDocument/2006/relationships/image" Target="../media/image42.png"/><Relationship Id="rId109" Type="http://schemas.openxmlformats.org/officeDocument/2006/relationships/image" Target="../media/image76.png"/><Relationship Id="rId34" Type="http://schemas.openxmlformats.org/officeDocument/2006/relationships/customXml" Target="../ink/ink37.xml"/><Relationship Id="rId50" Type="http://schemas.openxmlformats.org/officeDocument/2006/relationships/customXml" Target="../ink/ink45.xml"/><Relationship Id="rId55" Type="http://schemas.openxmlformats.org/officeDocument/2006/relationships/image" Target="../media/image50.png"/><Relationship Id="rId76" Type="http://schemas.openxmlformats.org/officeDocument/2006/relationships/customXml" Target="../ink/ink58.xml"/><Relationship Id="rId97" Type="http://schemas.openxmlformats.org/officeDocument/2006/relationships/image" Target="../media/image71.png"/><Relationship Id="rId104" Type="http://schemas.openxmlformats.org/officeDocument/2006/relationships/customXml" Target="../ink/ink72.xml"/><Relationship Id="rId7" Type="http://schemas.openxmlformats.org/officeDocument/2006/relationships/image" Target="../media/image26.png"/><Relationship Id="rId71" Type="http://schemas.openxmlformats.org/officeDocument/2006/relationships/image" Target="../media/image58.png"/><Relationship Id="rId92" Type="http://schemas.openxmlformats.org/officeDocument/2006/relationships/customXml" Target="../ink/ink66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9.png"/><Relationship Id="rId4" Type="http://schemas.openxmlformats.org/officeDocument/2006/relationships/image" Target="../media/image5.sv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0.png"/><Relationship Id="rId4" Type="http://schemas.openxmlformats.org/officeDocument/2006/relationships/image" Target="../media/image5.sv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customXml" Target="../ink/ink78.xml"/><Relationship Id="rId3" Type="http://schemas.openxmlformats.org/officeDocument/2006/relationships/image" Target="../media/image2.png"/><Relationship Id="rId7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77.xml"/><Relationship Id="rId11" Type="http://schemas.openxmlformats.org/officeDocument/2006/relationships/customXml" Target="../ink/ink81.xml"/><Relationship Id="rId5" Type="http://schemas.openxmlformats.org/officeDocument/2006/relationships/image" Target="../media/image81.png"/><Relationship Id="rId10" Type="http://schemas.openxmlformats.org/officeDocument/2006/relationships/customXml" Target="../ink/ink80.xml"/><Relationship Id="rId4" Type="http://schemas.openxmlformats.org/officeDocument/2006/relationships/image" Target="../media/image5.svg"/><Relationship Id="rId9" Type="http://schemas.openxmlformats.org/officeDocument/2006/relationships/customXml" Target="../ink/ink79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2.wmf"/><Relationship Id="rId5" Type="http://schemas.openxmlformats.org/officeDocument/2006/relationships/package" Target="../embeddings/Microsoft_Word_Document.docx"/><Relationship Id="rId4" Type="http://schemas.openxmlformats.org/officeDocument/2006/relationships/image" Target="../media/image5.sv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8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instagram.com/enyoi.co/" TargetMode="External"/><Relationship Id="rId13" Type="http://schemas.openxmlformats.org/officeDocument/2006/relationships/image" Target="../media/image88.svg"/><Relationship Id="rId3" Type="http://schemas.openxmlformats.org/officeDocument/2006/relationships/image" Target="../media/image5.svg"/><Relationship Id="rId7" Type="http://schemas.openxmlformats.org/officeDocument/2006/relationships/image" Target="../media/image84.svg"/><Relationship Id="rId12" Type="http://schemas.openxmlformats.org/officeDocument/2006/relationships/image" Target="../media/image87.png"/><Relationship Id="rId17" Type="http://schemas.openxmlformats.org/officeDocument/2006/relationships/image" Target="../media/image1.png"/><Relationship Id="rId2" Type="http://schemas.openxmlformats.org/officeDocument/2006/relationships/image" Target="../media/image2.png"/><Relationship Id="rId16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3.png"/><Relationship Id="rId11" Type="http://schemas.openxmlformats.org/officeDocument/2006/relationships/hyperlink" Target="http://www.enyoi.co" TargetMode="External"/><Relationship Id="rId5" Type="http://schemas.openxmlformats.org/officeDocument/2006/relationships/hyperlink" Target="https://wa.me/573206649412" TargetMode="External"/><Relationship Id="rId15" Type="http://schemas.openxmlformats.org/officeDocument/2006/relationships/hyperlink" Target="https://www.tiktok.com/@enyoi.co" TargetMode="External"/><Relationship Id="rId10" Type="http://schemas.openxmlformats.org/officeDocument/2006/relationships/image" Target="../media/image86.svg"/><Relationship Id="rId4" Type="http://schemas.openxmlformats.org/officeDocument/2006/relationships/hyperlink" Target="mailto:eduardo.tamayo@enyoi.co" TargetMode="External"/><Relationship Id="rId9" Type="http://schemas.openxmlformats.org/officeDocument/2006/relationships/image" Target="../media/image85.png"/><Relationship Id="rId14" Type="http://schemas.openxmlformats.org/officeDocument/2006/relationships/image" Target="../media/image8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358764" y="455568"/>
            <a:ext cx="3004519" cy="1201808"/>
          </a:xfrm>
          <a:custGeom>
            <a:avLst/>
            <a:gdLst/>
            <a:ahLst/>
            <a:cxnLst/>
            <a:rect l="l" t="t" r="r" b="b"/>
            <a:pathLst>
              <a:path w="3457174" h="1382870">
                <a:moveTo>
                  <a:pt x="0" y="0"/>
                </a:moveTo>
                <a:lnTo>
                  <a:pt x="3457174" y="0"/>
                </a:lnTo>
                <a:lnTo>
                  <a:pt x="3457174" y="1382870"/>
                </a:lnTo>
                <a:lnTo>
                  <a:pt x="0" y="138287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/>
          <p:cNvGrpSpPr/>
          <p:nvPr/>
        </p:nvGrpSpPr>
        <p:grpSpPr>
          <a:xfrm rot="-10800000">
            <a:off x="10392303" y="0"/>
            <a:ext cx="7895697" cy="10287000"/>
            <a:chOff x="0" y="0"/>
            <a:chExt cx="2079525" cy="2709333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079525" cy="2709333"/>
            </a:xfrm>
            <a:custGeom>
              <a:avLst/>
              <a:gdLst/>
              <a:ahLst/>
              <a:cxnLst/>
              <a:rect l="l" t="t" r="r" b="b"/>
              <a:pathLst>
                <a:path w="2079525" h="2709333">
                  <a:moveTo>
                    <a:pt x="0" y="0"/>
                  </a:moveTo>
                  <a:lnTo>
                    <a:pt x="2079525" y="0"/>
                  </a:lnTo>
                  <a:lnTo>
                    <a:pt x="2079525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2079525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9562641" y="4953536"/>
            <a:ext cx="4777510" cy="4687932"/>
          </a:xfrm>
          <a:custGeom>
            <a:avLst/>
            <a:gdLst/>
            <a:ahLst/>
            <a:cxnLst/>
            <a:rect l="l" t="t" r="r" b="b"/>
            <a:pathLst>
              <a:path w="4777510" h="4687932">
                <a:moveTo>
                  <a:pt x="0" y="0"/>
                </a:moveTo>
                <a:lnTo>
                  <a:pt x="4777511" y="0"/>
                </a:lnTo>
                <a:lnTo>
                  <a:pt x="4777511" y="4687932"/>
                </a:lnTo>
                <a:lnTo>
                  <a:pt x="0" y="46879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sp>
        <p:nvSpPr>
          <p:cNvPr id="7" name="Freeform 7"/>
          <p:cNvSpPr/>
          <p:nvPr/>
        </p:nvSpPr>
        <p:spPr>
          <a:xfrm rot="-10800000">
            <a:off x="14340152" y="455568"/>
            <a:ext cx="4777510" cy="4687932"/>
          </a:xfrm>
          <a:custGeom>
            <a:avLst/>
            <a:gdLst/>
            <a:ahLst/>
            <a:cxnLst/>
            <a:rect l="l" t="t" r="r" b="b"/>
            <a:pathLst>
              <a:path w="4777510" h="4687932">
                <a:moveTo>
                  <a:pt x="0" y="0"/>
                </a:moveTo>
                <a:lnTo>
                  <a:pt x="4777510" y="0"/>
                </a:lnTo>
                <a:lnTo>
                  <a:pt x="4777510" y="4687932"/>
                </a:lnTo>
                <a:lnTo>
                  <a:pt x="0" y="46879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8" name="Group 8"/>
          <p:cNvGrpSpPr/>
          <p:nvPr/>
        </p:nvGrpSpPr>
        <p:grpSpPr>
          <a:xfrm rot="1460314">
            <a:off x="10661875" y="4518938"/>
            <a:ext cx="7356554" cy="1249125"/>
            <a:chOff x="0" y="0"/>
            <a:chExt cx="1937529" cy="32898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937528" cy="328988"/>
            </a:xfrm>
            <a:custGeom>
              <a:avLst/>
              <a:gdLst/>
              <a:ahLst/>
              <a:cxnLst/>
              <a:rect l="l" t="t" r="r" b="b"/>
              <a:pathLst>
                <a:path w="1937528" h="328988">
                  <a:moveTo>
                    <a:pt x="105238" y="0"/>
                  </a:moveTo>
                  <a:lnTo>
                    <a:pt x="1832290" y="0"/>
                  </a:lnTo>
                  <a:cubicBezTo>
                    <a:pt x="1860201" y="0"/>
                    <a:pt x="1886969" y="11088"/>
                    <a:pt x="1906705" y="30824"/>
                  </a:cubicBezTo>
                  <a:cubicBezTo>
                    <a:pt x="1926441" y="50560"/>
                    <a:pt x="1937528" y="77327"/>
                    <a:pt x="1937528" y="105238"/>
                  </a:cubicBezTo>
                  <a:lnTo>
                    <a:pt x="1937528" y="223749"/>
                  </a:lnTo>
                  <a:cubicBezTo>
                    <a:pt x="1937528" y="281871"/>
                    <a:pt x="1890412" y="328988"/>
                    <a:pt x="1832290" y="328988"/>
                  </a:cubicBezTo>
                  <a:lnTo>
                    <a:pt x="105238" y="328988"/>
                  </a:lnTo>
                  <a:cubicBezTo>
                    <a:pt x="77327" y="328988"/>
                    <a:pt x="50560" y="317900"/>
                    <a:pt x="30824" y="298164"/>
                  </a:cubicBezTo>
                  <a:cubicBezTo>
                    <a:pt x="11088" y="278428"/>
                    <a:pt x="0" y="251660"/>
                    <a:pt x="0" y="223749"/>
                  </a:cubicBezTo>
                  <a:lnTo>
                    <a:pt x="0" y="105238"/>
                  </a:lnTo>
                  <a:cubicBezTo>
                    <a:pt x="0" y="47117"/>
                    <a:pt x="47117" y="0"/>
                    <a:pt x="105238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O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1937529" cy="36708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10800000">
            <a:off x="-536257" y="9574006"/>
            <a:ext cx="8704391" cy="134923"/>
            <a:chOff x="0" y="0"/>
            <a:chExt cx="2292514" cy="35535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292515" cy="35535"/>
            </a:xfrm>
            <a:custGeom>
              <a:avLst/>
              <a:gdLst/>
              <a:ahLst/>
              <a:cxnLst/>
              <a:rect l="l" t="t" r="r" b="b"/>
              <a:pathLst>
                <a:path w="2292515" h="35535">
                  <a:moveTo>
                    <a:pt x="17768" y="0"/>
                  </a:moveTo>
                  <a:lnTo>
                    <a:pt x="2274747" y="0"/>
                  </a:lnTo>
                  <a:cubicBezTo>
                    <a:pt x="2284560" y="0"/>
                    <a:pt x="2292515" y="7955"/>
                    <a:pt x="2292515" y="17768"/>
                  </a:cubicBezTo>
                  <a:lnTo>
                    <a:pt x="2292515" y="17768"/>
                  </a:lnTo>
                  <a:cubicBezTo>
                    <a:pt x="2292515" y="22480"/>
                    <a:pt x="2290643" y="26999"/>
                    <a:pt x="2287311" y="30331"/>
                  </a:cubicBezTo>
                  <a:cubicBezTo>
                    <a:pt x="2283978" y="33663"/>
                    <a:pt x="2279459" y="35535"/>
                    <a:pt x="2274747" y="35535"/>
                  </a:cubicBezTo>
                  <a:lnTo>
                    <a:pt x="17768" y="35535"/>
                  </a:lnTo>
                  <a:cubicBezTo>
                    <a:pt x="13055" y="35535"/>
                    <a:pt x="8536" y="33663"/>
                    <a:pt x="5204" y="30331"/>
                  </a:cubicBezTo>
                  <a:cubicBezTo>
                    <a:pt x="1872" y="26999"/>
                    <a:pt x="0" y="22480"/>
                    <a:pt x="0" y="17768"/>
                  </a:cubicBezTo>
                  <a:lnTo>
                    <a:pt x="0" y="17768"/>
                  </a:lnTo>
                  <a:cubicBezTo>
                    <a:pt x="0" y="13055"/>
                    <a:pt x="1872" y="8536"/>
                    <a:pt x="5204" y="5204"/>
                  </a:cubicBezTo>
                  <a:cubicBezTo>
                    <a:pt x="8536" y="1872"/>
                    <a:pt x="13055" y="0"/>
                    <a:pt x="17768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2292514" cy="736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961465" y="4619586"/>
            <a:ext cx="8321721" cy="7525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159"/>
              </a:lnSpc>
              <a:spcBef>
                <a:spcPct val="0"/>
              </a:spcBef>
            </a:pPr>
            <a:r>
              <a:rPr lang="es-CO" sz="4350" b="1" noProof="0" dirty="0">
                <a:solidFill>
                  <a:srgbClr val="700A89"/>
                </a:solidFill>
                <a:latin typeface="Poppins" panose="00000500000000000000" pitchFamily="2" charset="0"/>
                <a:cs typeface="Poppins" panose="00000500000000000000" pitchFamily="2" charset="0"/>
                <a:sym typeface="Poppins 1 Bold"/>
              </a:rPr>
              <a:t>Calidad de Datos</a:t>
            </a:r>
            <a:endParaRPr lang="es-CO" sz="4350" b="1" noProof="0" dirty="0">
              <a:solidFill>
                <a:srgbClr val="700A89"/>
              </a:solidFill>
              <a:latin typeface="Poppins 1 Bold"/>
              <a:cs typeface="Poppins 1 Bold"/>
              <a:sym typeface="Poppins 1 Bold"/>
            </a:endParaRPr>
          </a:p>
        </p:txBody>
      </p:sp>
      <p:pic>
        <p:nvPicPr>
          <p:cNvPr id="18" name="Google Shape;88;g2d7c13286f8_0_89">
            <a:extLst>
              <a:ext uri="{FF2B5EF4-FFF2-40B4-BE49-F238E27FC236}">
                <a16:creationId xmlns:a16="http://schemas.microsoft.com/office/drawing/2014/main" id="{27303298-D0A0-4B40-9C53-51AF1C44F47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53990" t="15859" r="8554" b="69322"/>
          <a:stretch/>
        </p:blipFill>
        <p:spPr>
          <a:xfrm>
            <a:off x="5181600" y="609324"/>
            <a:ext cx="4721448" cy="10480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F57EA-AB2A-D230-8269-26A12105E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>
            <a:extLst>
              <a:ext uri="{FF2B5EF4-FFF2-40B4-BE49-F238E27FC236}">
                <a16:creationId xmlns:a16="http://schemas.microsoft.com/office/drawing/2014/main" id="{763BEABA-6A1E-0588-6E8E-B829C74E8AAA}"/>
              </a:ext>
            </a:extLst>
          </p:cNvPr>
          <p:cNvGrpSpPr/>
          <p:nvPr/>
        </p:nvGrpSpPr>
        <p:grpSpPr>
          <a:xfrm rot="-10800000">
            <a:off x="10392303" y="0"/>
            <a:ext cx="7895697" cy="10287000"/>
            <a:chOff x="0" y="0"/>
            <a:chExt cx="2079525" cy="2709333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74725FA9-DB41-09A5-DF03-37153937910A}"/>
                </a:ext>
              </a:extLst>
            </p:cNvPr>
            <p:cNvSpPr/>
            <p:nvPr/>
          </p:nvSpPr>
          <p:spPr>
            <a:xfrm>
              <a:off x="0" y="0"/>
              <a:ext cx="2079525" cy="2709333"/>
            </a:xfrm>
            <a:custGeom>
              <a:avLst/>
              <a:gdLst/>
              <a:ahLst/>
              <a:cxnLst/>
              <a:rect l="l" t="t" r="r" b="b"/>
              <a:pathLst>
                <a:path w="2079525" h="2709333">
                  <a:moveTo>
                    <a:pt x="0" y="0"/>
                  </a:moveTo>
                  <a:lnTo>
                    <a:pt x="2079525" y="0"/>
                  </a:lnTo>
                  <a:lnTo>
                    <a:pt x="2079525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912FEF42-0636-3E17-8A6D-0E140C7E4274}"/>
                </a:ext>
              </a:extLst>
            </p:cNvPr>
            <p:cNvSpPr txBox="1"/>
            <p:nvPr/>
          </p:nvSpPr>
          <p:spPr>
            <a:xfrm>
              <a:off x="0" y="-38100"/>
              <a:ext cx="2079525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>
            <a:extLst>
              <a:ext uri="{FF2B5EF4-FFF2-40B4-BE49-F238E27FC236}">
                <a16:creationId xmlns:a16="http://schemas.microsoft.com/office/drawing/2014/main" id="{70C63301-6F78-06FB-FAD1-BFAE730F4912}"/>
              </a:ext>
            </a:extLst>
          </p:cNvPr>
          <p:cNvSpPr/>
          <p:nvPr/>
        </p:nvSpPr>
        <p:spPr>
          <a:xfrm>
            <a:off x="9562641" y="4953536"/>
            <a:ext cx="4777510" cy="4687932"/>
          </a:xfrm>
          <a:custGeom>
            <a:avLst/>
            <a:gdLst/>
            <a:ahLst/>
            <a:cxnLst/>
            <a:rect l="l" t="t" r="r" b="b"/>
            <a:pathLst>
              <a:path w="4777510" h="4687932">
                <a:moveTo>
                  <a:pt x="0" y="0"/>
                </a:moveTo>
                <a:lnTo>
                  <a:pt x="4777511" y="0"/>
                </a:lnTo>
                <a:lnTo>
                  <a:pt x="4777511" y="4687932"/>
                </a:lnTo>
                <a:lnTo>
                  <a:pt x="0" y="468793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52FFCCEB-96B9-EDFB-AFD6-2797FA7C98E5}"/>
              </a:ext>
            </a:extLst>
          </p:cNvPr>
          <p:cNvSpPr/>
          <p:nvPr/>
        </p:nvSpPr>
        <p:spPr>
          <a:xfrm rot="-10800000">
            <a:off x="14340152" y="455568"/>
            <a:ext cx="4777510" cy="4687932"/>
          </a:xfrm>
          <a:custGeom>
            <a:avLst/>
            <a:gdLst/>
            <a:ahLst/>
            <a:cxnLst/>
            <a:rect l="l" t="t" r="r" b="b"/>
            <a:pathLst>
              <a:path w="4777510" h="4687932">
                <a:moveTo>
                  <a:pt x="0" y="0"/>
                </a:moveTo>
                <a:lnTo>
                  <a:pt x="4777510" y="0"/>
                </a:lnTo>
                <a:lnTo>
                  <a:pt x="4777510" y="4687932"/>
                </a:lnTo>
                <a:lnTo>
                  <a:pt x="0" y="468793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8" name="Group 8">
            <a:extLst>
              <a:ext uri="{FF2B5EF4-FFF2-40B4-BE49-F238E27FC236}">
                <a16:creationId xmlns:a16="http://schemas.microsoft.com/office/drawing/2014/main" id="{62AE8F99-2121-ACCC-DE87-9D8E38E2B656}"/>
              </a:ext>
            </a:extLst>
          </p:cNvPr>
          <p:cNvGrpSpPr/>
          <p:nvPr/>
        </p:nvGrpSpPr>
        <p:grpSpPr>
          <a:xfrm rot="1460314">
            <a:off x="10661875" y="4518938"/>
            <a:ext cx="7356554" cy="1249125"/>
            <a:chOff x="0" y="0"/>
            <a:chExt cx="1937529" cy="328988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137C37D5-46E2-C18B-B79F-62EFE65E0F7C}"/>
                </a:ext>
              </a:extLst>
            </p:cNvPr>
            <p:cNvSpPr/>
            <p:nvPr/>
          </p:nvSpPr>
          <p:spPr>
            <a:xfrm>
              <a:off x="0" y="0"/>
              <a:ext cx="1937528" cy="328988"/>
            </a:xfrm>
            <a:custGeom>
              <a:avLst/>
              <a:gdLst/>
              <a:ahLst/>
              <a:cxnLst/>
              <a:rect l="l" t="t" r="r" b="b"/>
              <a:pathLst>
                <a:path w="1937528" h="328988">
                  <a:moveTo>
                    <a:pt x="105238" y="0"/>
                  </a:moveTo>
                  <a:lnTo>
                    <a:pt x="1832290" y="0"/>
                  </a:lnTo>
                  <a:cubicBezTo>
                    <a:pt x="1860201" y="0"/>
                    <a:pt x="1886969" y="11088"/>
                    <a:pt x="1906705" y="30824"/>
                  </a:cubicBezTo>
                  <a:cubicBezTo>
                    <a:pt x="1926441" y="50560"/>
                    <a:pt x="1937528" y="77327"/>
                    <a:pt x="1937528" y="105238"/>
                  </a:cubicBezTo>
                  <a:lnTo>
                    <a:pt x="1937528" y="223749"/>
                  </a:lnTo>
                  <a:cubicBezTo>
                    <a:pt x="1937528" y="281871"/>
                    <a:pt x="1890412" y="328988"/>
                    <a:pt x="1832290" y="328988"/>
                  </a:cubicBezTo>
                  <a:lnTo>
                    <a:pt x="105238" y="328988"/>
                  </a:lnTo>
                  <a:cubicBezTo>
                    <a:pt x="77327" y="328988"/>
                    <a:pt x="50560" y="317900"/>
                    <a:pt x="30824" y="298164"/>
                  </a:cubicBezTo>
                  <a:cubicBezTo>
                    <a:pt x="11088" y="278428"/>
                    <a:pt x="0" y="251660"/>
                    <a:pt x="0" y="223749"/>
                  </a:cubicBezTo>
                  <a:lnTo>
                    <a:pt x="0" y="105238"/>
                  </a:lnTo>
                  <a:cubicBezTo>
                    <a:pt x="0" y="47117"/>
                    <a:pt x="47117" y="0"/>
                    <a:pt x="105238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O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927D3582-B0C4-6E41-AA2D-FD73D127DDD6}"/>
                </a:ext>
              </a:extLst>
            </p:cNvPr>
            <p:cNvSpPr txBox="1"/>
            <p:nvPr/>
          </p:nvSpPr>
          <p:spPr>
            <a:xfrm>
              <a:off x="0" y="-38100"/>
              <a:ext cx="1937529" cy="36708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D7A6C202-C67A-41DC-7499-D28D188D03E6}"/>
              </a:ext>
            </a:extLst>
          </p:cNvPr>
          <p:cNvGrpSpPr/>
          <p:nvPr/>
        </p:nvGrpSpPr>
        <p:grpSpPr>
          <a:xfrm rot="-10800000">
            <a:off x="-536257" y="9574006"/>
            <a:ext cx="8704391" cy="134923"/>
            <a:chOff x="0" y="0"/>
            <a:chExt cx="2292514" cy="35535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D0807688-3D2E-8BBD-9C7C-BB692B82F405}"/>
                </a:ext>
              </a:extLst>
            </p:cNvPr>
            <p:cNvSpPr/>
            <p:nvPr/>
          </p:nvSpPr>
          <p:spPr>
            <a:xfrm>
              <a:off x="0" y="0"/>
              <a:ext cx="2292515" cy="35535"/>
            </a:xfrm>
            <a:custGeom>
              <a:avLst/>
              <a:gdLst/>
              <a:ahLst/>
              <a:cxnLst/>
              <a:rect l="l" t="t" r="r" b="b"/>
              <a:pathLst>
                <a:path w="2292515" h="35535">
                  <a:moveTo>
                    <a:pt x="17768" y="0"/>
                  </a:moveTo>
                  <a:lnTo>
                    <a:pt x="2274747" y="0"/>
                  </a:lnTo>
                  <a:cubicBezTo>
                    <a:pt x="2284560" y="0"/>
                    <a:pt x="2292515" y="7955"/>
                    <a:pt x="2292515" y="17768"/>
                  </a:cubicBezTo>
                  <a:lnTo>
                    <a:pt x="2292515" y="17768"/>
                  </a:lnTo>
                  <a:cubicBezTo>
                    <a:pt x="2292515" y="22480"/>
                    <a:pt x="2290643" y="26999"/>
                    <a:pt x="2287311" y="30331"/>
                  </a:cubicBezTo>
                  <a:cubicBezTo>
                    <a:pt x="2283978" y="33663"/>
                    <a:pt x="2279459" y="35535"/>
                    <a:pt x="2274747" y="35535"/>
                  </a:cubicBezTo>
                  <a:lnTo>
                    <a:pt x="17768" y="35535"/>
                  </a:lnTo>
                  <a:cubicBezTo>
                    <a:pt x="13055" y="35535"/>
                    <a:pt x="8536" y="33663"/>
                    <a:pt x="5204" y="30331"/>
                  </a:cubicBezTo>
                  <a:cubicBezTo>
                    <a:pt x="1872" y="26999"/>
                    <a:pt x="0" y="22480"/>
                    <a:pt x="0" y="17768"/>
                  </a:cubicBezTo>
                  <a:lnTo>
                    <a:pt x="0" y="17768"/>
                  </a:lnTo>
                  <a:cubicBezTo>
                    <a:pt x="0" y="13055"/>
                    <a:pt x="1872" y="8536"/>
                    <a:pt x="5204" y="5204"/>
                  </a:cubicBezTo>
                  <a:cubicBezTo>
                    <a:pt x="8536" y="1872"/>
                    <a:pt x="13055" y="0"/>
                    <a:pt x="17768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EDE14CBD-71F3-CE58-1900-5B5A694C35F2}"/>
                </a:ext>
              </a:extLst>
            </p:cNvPr>
            <p:cNvSpPr txBox="1"/>
            <p:nvPr/>
          </p:nvSpPr>
          <p:spPr>
            <a:xfrm>
              <a:off x="0" y="-38100"/>
              <a:ext cx="2292514" cy="736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5" name="TextBox 15">
            <a:extLst>
              <a:ext uri="{FF2B5EF4-FFF2-40B4-BE49-F238E27FC236}">
                <a16:creationId xmlns:a16="http://schemas.microsoft.com/office/drawing/2014/main" id="{53F83F89-F8AE-E23F-84E0-1F8B85266321}"/>
              </a:ext>
            </a:extLst>
          </p:cNvPr>
          <p:cNvSpPr txBox="1"/>
          <p:nvPr/>
        </p:nvSpPr>
        <p:spPr>
          <a:xfrm>
            <a:off x="958498" y="4953536"/>
            <a:ext cx="8321721" cy="13542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s-ES" sz="4400" dirty="0">
                <a:solidFill>
                  <a:srgbClr val="000000"/>
                </a:solidFill>
                <a:latin typeface="Arial"/>
              </a:rPr>
              <a:t>Significado de la calidad de datos (1)</a:t>
            </a:r>
            <a:endParaRPr lang="es-CO" sz="4400" dirty="0"/>
          </a:p>
        </p:txBody>
      </p:sp>
    </p:spTree>
    <p:extLst>
      <p:ext uri="{BB962C8B-B14F-4D97-AF65-F5344CB8AC3E}">
        <p14:creationId xmlns:p14="http://schemas.microsoft.com/office/powerpoint/2010/main" val="29381318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0397BD-E430-5F4E-B878-6A7282AE0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C4C6914-0E66-AE3D-F238-D95E5A03EFA1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73E443E2-E43C-126F-3566-A735E89A659A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34118CB2-95E2-415C-689E-D99AB0EB37EC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DB849AFC-BA5F-C678-1255-29B19B334FED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5ACBC215-1F84-2860-4D4B-9E065F60DAB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F9BC2DE0-5365-7DBF-57F4-97B29EE87EE9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F94E99C1-E838-AF45-24C4-02EA9F8D2EED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310D6957-F37B-F5C8-C305-DCE50CDA5261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A9A31580-FB5F-AB6B-CC09-58E1F0797B8C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8F5107FE-30E9-953F-6EE2-C78D02F83FF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6" name="CuadroTexto 15">
            <a:extLst>
              <a:ext uri="{FF2B5EF4-FFF2-40B4-BE49-F238E27FC236}">
                <a16:creationId xmlns:a16="http://schemas.microsoft.com/office/drawing/2014/main" id="{FBD02E16-42FA-90D3-522C-3666FE577EDD}"/>
              </a:ext>
            </a:extLst>
          </p:cNvPr>
          <p:cNvSpPr txBox="1"/>
          <p:nvPr/>
        </p:nvSpPr>
        <p:spPr>
          <a:xfrm>
            <a:off x="1371600" y="2857500"/>
            <a:ext cx="15773400" cy="5753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3080" marR="0" lvl="0" indent="-343080" algn="l" defTabSz="914400" rtl="0" eaLnBrk="1" fontAlgn="auto" latinLnBrk="0" hangingPunct="1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s-ES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En general, tienes un problema si los datos no significan lo que crees que significan, o lo que deberían</a:t>
            </a:r>
            <a:endParaRPr kumimoji="0" lang="es-E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  <a:p>
            <a:pPr marL="743040" marR="0" lvl="1" indent="-285840" defTabSz="914400" eaLnBrk="1" fontAlgn="auto" latinLnBrk="0" hangingPunct="1">
              <a:lnSpc>
                <a:spcPct val="90000"/>
              </a:lnSpc>
              <a:spcBef>
                <a:spcPts val="601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s-ES" sz="32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Datos fuera de especificación: basura de entrada, fallos, etc.</a:t>
            </a:r>
            <a:endParaRPr kumimoji="0" lang="es-ES" sz="4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  <a:p>
            <a:pPr marL="743040" marR="0" lvl="1" indent="-285840" defTabSz="914400" eaLnBrk="1" fontAlgn="auto" latinLnBrk="0" hangingPunct="1">
              <a:lnSpc>
                <a:spcPct val="90000"/>
              </a:lnSpc>
              <a:spcBef>
                <a:spcPts val="601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s-ES" sz="32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No entiendes la especificación: complejidad, falta de metadatos.</a:t>
            </a:r>
            <a:endParaRPr kumimoji="0" lang="es-ES" sz="4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  <a:p>
            <a:pPr marL="343080" marR="0" lvl="0" indent="-343080" algn="l" defTabSz="914400" rtl="0" eaLnBrk="1" fontAlgn="auto" latinLnBrk="0" hangingPunct="1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s-ES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Muchas fuentes y manifestaciones</a:t>
            </a:r>
            <a:endParaRPr kumimoji="0" lang="es-E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  <a:p>
            <a:pPr marL="743040" marR="0" lvl="1" indent="-285840" defTabSz="914400" eaLnBrk="1" fontAlgn="auto" latinLnBrk="0" hangingPunct="1">
              <a:lnSpc>
                <a:spcPct val="90000"/>
              </a:lnSpc>
              <a:spcBef>
                <a:spcPts val="601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s-ES" sz="32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Como veremos.</a:t>
            </a:r>
            <a:endParaRPr kumimoji="0" lang="es-ES" sz="4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  <a:p>
            <a:pPr marL="343080" marR="0" lvl="0" indent="-343080" algn="l" defTabSz="914400" rtl="0" eaLnBrk="1" fontAlgn="auto" latinLnBrk="0" hangingPunct="1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s-ES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Los problemas de calidad de datos son costosos y omnipresentes</a:t>
            </a:r>
            <a:endParaRPr kumimoji="0" lang="es-E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  <a:p>
            <a:pPr marL="743040" marR="0" lvl="1" indent="-285840" defTabSz="914400" eaLnBrk="1" fontAlgn="auto" latinLnBrk="0" hangingPunct="1">
              <a:lnSpc>
                <a:spcPct val="90000"/>
              </a:lnSpc>
              <a:spcBef>
                <a:spcPts val="601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s-ES" sz="32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Los problemas de DQ cuestan cientos de miles de millones de $$$ cada año.</a:t>
            </a:r>
            <a:endParaRPr kumimoji="0" lang="es-ES" sz="4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  <a:p>
            <a:pPr marL="743040" marR="0" lvl="1" indent="-285840" defTabSz="914400" eaLnBrk="1" fontAlgn="auto" latinLnBrk="0" hangingPunct="1">
              <a:lnSpc>
                <a:spcPct val="90000"/>
              </a:lnSpc>
              <a:spcBef>
                <a:spcPts val="601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s-ES" sz="32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Resolver problemas de calidad de datos suele ser el mayor esfuerzo en un estudio de ingeniería</a:t>
            </a:r>
            <a:r>
              <a:rPr lang="es-ES" sz="3200" kern="0" dirty="0">
                <a:solidFill>
                  <a:sysClr val="windowText" lastClr="000000"/>
                </a:solidFill>
              </a:rPr>
              <a:t>a de datos</a:t>
            </a:r>
            <a:r>
              <a:rPr kumimoji="0" lang="es-ES" sz="32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.</a:t>
            </a:r>
            <a:endParaRPr lang="es-CO" sz="3200" dirty="0"/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28CD2376-57A4-10BF-E380-5CF58E0F1520}"/>
              </a:ext>
            </a:extLst>
          </p:cNvPr>
          <p:cNvSpPr txBox="1"/>
          <p:nvPr/>
        </p:nvSpPr>
        <p:spPr>
          <a:xfrm>
            <a:off x="1524000" y="996847"/>
            <a:ext cx="13182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Significado de la calidad de datos (1)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5428346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BA3DB-8529-8EFB-E2BA-3ED6F78B0D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04EA395-D637-A221-62AF-42998F255C85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AE013C19-448E-F270-67D8-74F04C2FA12F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19EC1C4F-A95E-D10B-A0AF-FA3BA04CDCD8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8EB20138-DA80-C569-98BE-B7799AF8690A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46178426-1524-B68B-974A-84BF8A59E53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DA82B216-8757-3FF5-62D2-FBF1EC1C8249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AD29942C-5120-0F21-1518-09B54A63E184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B56786AA-1197-20AC-A204-AE15D0621E57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1C209D38-E1F3-F503-C036-7C9665737A5D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B1FBA3E3-BCC9-FB0C-D341-C3A10BB48D5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6DE7D597-453B-4850-7E84-9C9EADC41332}"/>
              </a:ext>
            </a:extLst>
          </p:cNvPr>
          <p:cNvSpPr txBox="1">
            <a:spLocks/>
          </p:cNvSpPr>
          <p:nvPr/>
        </p:nvSpPr>
        <p:spPr>
          <a:xfrm>
            <a:off x="2920918" y="646892"/>
            <a:ext cx="11125200" cy="1271083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CO" dirty="0"/>
              <a:t>Ejemplo</a:t>
            </a:r>
            <a:endParaRPr lang="es-CO" sz="40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787F5075-1C72-A065-921A-51A0DCF83345}"/>
              </a:ext>
            </a:extLst>
          </p:cNvPr>
          <p:cNvSpPr txBox="1">
            <a:spLocks/>
          </p:cNvSpPr>
          <p:nvPr/>
        </p:nvSpPr>
        <p:spPr>
          <a:xfrm>
            <a:off x="1619878" y="3514757"/>
            <a:ext cx="15601321" cy="628662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¿Podemos interpretar los datos?</a:t>
            </a:r>
            <a:endParaRPr lang="es-ES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200" dirty="0"/>
              <a:t>¿Qué significan los campos?</a:t>
            </a:r>
            <a:endParaRPr lang="es-ES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200" dirty="0"/>
              <a:t>¿Cuál es la clave? ¿Las medidas?</a:t>
            </a:r>
            <a:endParaRPr lang="es-ES" dirty="0">
              <a:solidFill>
                <a:srgbClr val="000000"/>
              </a:solidFill>
            </a:endParaRPr>
          </a:p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Fallos en los datos</a:t>
            </a:r>
            <a:endParaRPr lang="es-ES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200" dirty="0"/>
              <a:t>Errores tipográficos, múltiples formatos, valores faltantes / por defecto</a:t>
            </a:r>
            <a:endParaRPr lang="es-ES" dirty="0">
              <a:solidFill>
                <a:srgbClr val="000000"/>
              </a:solidFill>
            </a:endParaRPr>
          </a:p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Metadatos y experiencia de dominio</a:t>
            </a:r>
            <a:endParaRPr lang="es-ES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200" dirty="0"/>
              <a:t>El campo tres es Ingresos. ¿En Pesos o </a:t>
            </a:r>
            <a:r>
              <a:rPr lang="es-ES" sz="3200" dirty="0" err="1"/>
              <a:t>Dolares</a:t>
            </a:r>
            <a:r>
              <a:rPr lang="es-ES" sz="3200" dirty="0"/>
              <a:t>?</a:t>
            </a:r>
            <a:endParaRPr lang="es-ES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200" dirty="0"/>
              <a:t>El campo siete es Uso. ¿Está censurado?</a:t>
            </a:r>
            <a:endParaRPr lang="es-ES" dirty="0">
              <a:solidFill>
                <a:srgbClr val="000000"/>
              </a:solidFill>
            </a:endParaRPr>
          </a:p>
          <a:p>
            <a:pPr lvl="2"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2800" dirty="0"/>
              <a:t>El campo 4 es un indicador de censura. ¿Cómo manejar datos censurados?</a:t>
            </a:r>
            <a:endParaRPr lang="es-ES" dirty="0">
              <a:solidFill>
                <a:srgbClr val="000000"/>
              </a:solidFill>
            </a:endParaRPr>
          </a:p>
          <a:p>
            <a:pPr marL="743040" lvl="1" indent="0">
              <a:spcBef>
                <a:spcPts val="499"/>
              </a:spcBef>
              <a:buFont typeface="Arial" pitchFamily="34" charset="0"/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s-ES" sz="20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5CFB2CC-7C8F-DB53-82DE-9ED0C3F6E122}"/>
              </a:ext>
            </a:extLst>
          </p:cNvPr>
          <p:cNvSpPr/>
          <p:nvPr/>
        </p:nvSpPr>
        <p:spPr>
          <a:xfrm>
            <a:off x="5486400" y="2095500"/>
            <a:ext cx="7644073" cy="9562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6800" rIns="90000" bIns="46800" anchor="t">
            <a:spAutoFit/>
          </a:bodyPr>
          <a:lstStyle/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sz="2800" dirty="0"/>
              <a:t>T.Das|97336o8327|24.95|Y|-|0.0|1000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sz="2800" dirty="0"/>
              <a:t>Ted J.|973-360-8779|2000|N|M|NY|1000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26958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3B5E3-2115-5F36-BEB2-28574AD0C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0D4AC21-5455-F730-EB9C-47954D00344F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6D618D27-F2D1-2ED6-431F-4CAF4D524D6B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A659AE9D-8010-F7FE-5D2C-567EF34A5782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A3233644-6E90-2DB4-E0E5-E35C71692EFF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EBB056B5-5D6A-BB30-E917-6079A7B5586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6597DF72-7730-DBD0-03E7-F8A950895CEB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649AD857-6EDA-A785-D5EC-F6F223083903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622BDBA0-5831-558B-BFDB-269BC2026825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97718397-06A6-E051-3E18-53D30B79364B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B2D70FE6-D7D2-3128-82AC-154C4B16D0B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4A1B7219-C5F8-E7A5-720C-4E831F54C6D0}"/>
              </a:ext>
            </a:extLst>
          </p:cNvPr>
          <p:cNvSpPr txBox="1">
            <a:spLocks/>
          </p:cNvSpPr>
          <p:nvPr/>
        </p:nvSpPr>
        <p:spPr>
          <a:xfrm>
            <a:off x="4343400" y="738350"/>
            <a:ext cx="8229600" cy="86832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800" dirty="0"/>
              <a:t>Fallos/errores en los datos</a:t>
            </a:r>
            <a:endParaRPr lang="es-ES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CAFB06C5-10E3-DBAB-CD94-428EBE8ADE34}"/>
              </a:ext>
            </a:extLst>
          </p:cNvPr>
          <p:cNvSpPr txBox="1">
            <a:spLocks/>
          </p:cNvSpPr>
          <p:nvPr/>
        </p:nvSpPr>
        <p:spPr>
          <a:xfrm>
            <a:off x="838200" y="2476500"/>
            <a:ext cx="16002000" cy="8315477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Cambios sistémicos en los datos que son externos al proceso registrado.</a:t>
            </a:r>
            <a:endParaRPr lang="es-ES" sz="36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Cambios en el </a:t>
            </a:r>
            <a:r>
              <a:rPr lang="es-ES" sz="3600" dirty="0" err="1"/>
              <a:t>layout</a:t>
            </a:r>
            <a:r>
              <a:rPr lang="es-ES" sz="3600" dirty="0"/>
              <a:t> / tipos de datos</a:t>
            </a:r>
            <a:endParaRPr lang="es-ES" sz="3200" dirty="0">
              <a:solidFill>
                <a:srgbClr val="000000"/>
              </a:solidFill>
            </a:endParaRPr>
          </a:p>
          <a:p>
            <a:pPr lvl="2"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200" dirty="0"/>
              <a:t>Un entero se vuelve cadena, los campos intercambian posiciones, etc.</a:t>
            </a:r>
            <a:endParaRPr lang="es-ES" sz="28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Cambios de escala / formato</a:t>
            </a:r>
            <a:endParaRPr lang="es-ES" sz="3200" dirty="0">
              <a:solidFill>
                <a:srgbClr val="000000"/>
              </a:solidFill>
            </a:endParaRPr>
          </a:p>
          <a:p>
            <a:pPr lvl="2"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200" dirty="0"/>
              <a:t>Dólares vs. euros</a:t>
            </a:r>
            <a:endParaRPr lang="es-ES" sz="28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Reversión temporal a valores por defecto</a:t>
            </a:r>
            <a:endParaRPr lang="es-ES" sz="3200" dirty="0">
              <a:solidFill>
                <a:srgbClr val="000000"/>
              </a:solidFill>
            </a:endParaRPr>
          </a:p>
          <a:p>
            <a:pPr lvl="2"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200" dirty="0"/>
              <a:t>Fallo de un paso de procesamiento</a:t>
            </a:r>
            <a:endParaRPr lang="es-ES" sz="28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Valores faltantes y por defecto</a:t>
            </a:r>
            <a:endParaRPr lang="es-ES" sz="3200" dirty="0">
              <a:solidFill>
                <a:srgbClr val="000000"/>
              </a:solidFill>
            </a:endParaRPr>
          </a:p>
          <a:p>
            <a:pPr lvl="2"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200" dirty="0"/>
              <a:t>Los programas de aplicación no manejan bien los valores NULL…</a:t>
            </a:r>
            <a:endParaRPr lang="es-ES" sz="28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Huecos en series temporales</a:t>
            </a:r>
            <a:endParaRPr lang="es-ES" sz="3200" dirty="0">
              <a:solidFill>
                <a:srgbClr val="000000"/>
              </a:solidFill>
            </a:endParaRPr>
          </a:p>
          <a:p>
            <a:pPr lvl="2"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200" dirty="0"/>
              <a:t>Especialmente cuando los registros representan cambios incrementales.</a:t>
            </a:r>
            <a:endParaRPr lang="es-ES" sz="28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10506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DF976-AA28-730C-45AF-47D53C699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2BC5CBC-D51D-39EA-487F-B5D0B84C8A86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7B03E5D1-95C5-77BA-5268-BEF2164A532E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09602D52-BD3C-1B6C-4FBD-9B5AD683266E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3320E0F7-545B-D5ED-1064-9FABF5316297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66F1EBCB-18F4-3965-FD78-BDD525461D8B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5D08B5A6-3645-2FD2-6523-B1724980C3E4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B6568257-00C4-0F80-825A-0794D55BCEEF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B4ABD872-7ADD-EA61-4B7D-5CA2EC68A84C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C9DD20BF-F391-A175-D813-2645FA891D80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4C094EBD-CAD3-F73E-F52D-CC4CC654312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2B073C17-3367-6650-9D7F-E6917DBF47F8}"/>
              </a:ext>
            </a:extLst>
          </p:cNvPr>
          <p:cNvSpPr txBox="1">
            <a:spLocks/>
          </p:cNvSpPr>
          <p:nvPr/>
        </p:nvSpPr>
        <p:spPr>
          <a:xfrm>
            <a:off x="4419600" y="474835"/>
            <a:ext cx="8229600" cy="9144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dirty="0"/>
              <a:t>Definición convencional de la calidad de datos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BD39EDEB-7624-A8B7-ADBF-01E149C2D85D}"/>
              </a:ext>
            </a:extLst>
          </p:cNvPr>
          <p:cNvSpPr txBox="1">
            <a:spLocks/>
          </p:cNvSpPr>
          <p:nvPr/>
        </p:nvSpPr>
        <p:spPr>
          <a:xfrm>
            <a:off x="1219200" y="2093815"/>
            <a:ext cx="15468600" cy="742986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lnSpc>
                <a:spcPct val="9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600" dirty="0"/>
              <a:t>Exactitud</a:t>
            </a:r>
            <a:endParaRPr lang="es-ES" sz="41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100" dirty="0"/>
              <a:t>Los datos se registraron correctamente.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9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600" dirty="0"/>
              <a:t>Completitud</a:t>
            </a:r>
            <a:endParaRPr lang="es-ES" sz="41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100" dirty="0"/>
              <a:t>Se registraron todos los datos relevantes.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9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600" dirty="0"/>
              <a:t>Unicidad</a:t>
            </a:r>
            <a:endParaRPr lang="es-ES" sz="41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100" dirty="0"/>
              <a:t>Las entidades se registran una sola vez.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9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600" dirty="0"/>
              <a:t>Oportunidad</a:t>
            </a:r>
            <a:endParaRPr lang="es-ES" sz="41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100" dirty="0"/>
              <a:t>Los datos se mantienen actualizados.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lvl="2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Problemas especiales en datos federados: consistencia temporal.</a:t>
            </a:r>
            <a:endParaRPr lang="es-ES" sz="31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9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600" dirty="0"/>
              <a:t>Consistencia</a:t>
            </a:r>
            <a:endParaRPr lang="es-ES" sz="41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100" dirty="0"/>
              <a:t>Los datos concuerdan consigo mismos.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343080" indent="0">
              <a:lnSpc>
                <a:spcPct val="90000"/>
              </a:lnSpc>
              <a:spcBef>
                <a:spcPts val="601"/>
              </a:spcBef>
              <a:buFont typeface="Arial" pitchFamily="34" charset="0"/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s-ES" sz="24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098746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080DE9-1EB9-3ED1-DB94-675A23442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E1878D3-B444-6467-27EF-91F335495B60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E45F7A0A-6CC3-EB51-1B1A-29D68B3CBD4A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04119B83-043E-0FB1-A99A-3B91DE49E6B9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EBB3C9F3-5E97-6059-F678-720DF5B05C28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CAB0A0A6-82FD-1F2D-C7CA-B56A80A1D31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9208EE66-B7E4-C9A3-52BD-919975328EDC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B3B543D7-55DB-05CD-7D49-C33CAD5908D2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2201E3CE-27ED-E6D8-8E67-50249717FA60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1CE8284A-974E-4CFF-5AF4-762DD30E067F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43C4636A-342A-E683-B880-6914065829A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E3E7E9AF-3737-0FB8-043D-15D5BB1DADAF}"/>
              </a:ext>
            </a:extLst>
          </p:cNvPr>
          <p:cNvSpPr txBox="1">
            <a:spLocks/>
          </p:cNvSpPr>
          <p:nvPr/>
        </p:nvSpPr>
        <p:spPr>
          <a:xfrm>
            <a:off x="4456449" y="1175353"/>
            <a:ext cx="8229600" cy="76212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CO" dirty="0"/>
              <a:t>Problemas…</a:t>
            </a:r>
            <a:endParaRPr lang="es-CO" sz="40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27CD5D44-A088-5388-8851-934A200E0E36}"/>
              </a:ext>
            </a:extLst>
          </p:cNvPr>
          <p:cNvSpPr txBox="1">
            <a:spLocks/>
          </p:cNvSpPr>
          <p:nvPr/>
        </p:nvSpPr>
        <p:spPr>
          <a:xfrm>
            <a:off x="913149" y="2857500"/>
            <a:ext cx="15316200" cy="521172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lnSpc>
                <a:spcPct val="9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dirty="0"/>
              <a:t>No medible</a:t>
            </a:r>
            <a:endParaRPr lang="es-ES" dirty="0">
              <a:solidFill>
                <a:srgbClr val="000000"/>
              </a:solidFill>
            </a:endParaRPr>
          </a:p>
          <a:p>
            <a:pPr marL="743040" lvl="1" indent="-28584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200" dirty="0"/>
              <a:t>La exactitud y la completitud son extremadamente difíciles, quizá imposibles, de medir.</a:t>
            </a:r>
            <a:endParaRPr lang="es-ES" sz="3200" dirty="0">
              <a:solidFill>
                <a:srgbClr val="000000"/>
              </a:solidFill>
            </a:endParaRPr>
          </a:p>
          <a:p>
            <a:pPr marL="343080" indent="-343080">
              <a:lnSpc>
                <a:spcPct val="9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dirty="0"/>
              <a:t>Independiente del contexto</a:t>
            </a:r>
            <a:endParaRPr lang="es-ES" dirty="0">
              <a:solidFill>
                <a:srgbClr val="000000"/>
              </a:solidFill>
            </a:endParaRPr>
          </a:p>
          <a:p>
            <a:pPr marL="743040" lvl="1" indent="-28584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200" dirty="0"/>
              <a:t>No se considera qué es importante. P. ej., si estás calculando agregados, puedes tolerar mucha inexactitud.</a:t>
            </a:r>
            <a:endParaRPr lang="es-ES" sz="3200" dirty="0">
              <a:solidFill>
                <a:srgbClr val="000000"/>
              </a:solidFill>
            </a:endParaRPr>
          </a:p>
          <a:p>
            <a:pPr marL="343080" indent="-343080">
              <a:lnSpc>
                <a:spcPct val="9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dirty="0"/>
              <a:t>Incompleto</a:t>
            </a:r>
            <a:endParaRPr lang="es-ES" dirty="0">
              <a:solidFill>
                <a:srgbClr val="000000"/>
              </a:solidFill>
            </a:endParaRPr>
          </a:p>
          <a:p>
            <a:pPr marL="743040" lvl="1" indent="-28584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200" dirty="0"/>
              <a:t>¿Qué pasa con interpretabilidad, accesibilidad, metadatos, análisis, etc.?</a:t>
            </a:r>
            <a:endParaRPr lang="es-ES" sz="3200" dirty="0">
              <a:solidFill>
                <a:srgbClr val="000000"/>
              </a:solidFill>
            </a:endParaRPr>
          </a:p>
          <a:p>
            <a:pPr marL="343080" indent="-343080">
              <a:lnSpc>
                <a:spcPct val="9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dirty="0"/>
              <a:t>Vago</a:t>
            </a:r>
            <a:endParaRPr lang="es-ES" dirty="0">
              <a:solidFill>
                <a:srgbClr val="000000"/>
              </a:solidFill>
            </a:endParaRPr>
          </a:p>
          <a:p>
            <a:pPr marL="743040" lvl="1" indent="-28584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200" dirty="0"/>
              <a:t>Las definiciones convencionales no dan guía hacia mejoras prácticas de los datos.</a:t>
            </a:r>
            <a:endParaRPr lang="es-ES" sz="32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35883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51F3DD-11C8-8B65-BC0A-1D925D9D0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BF5C727-BC73-DA1B-2A68-1173C7706A4B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8F617BF0-F11B-F8F7-BA7C-5178729F9D8F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16CBA99D-8919-1F86-5D76-212D2CED3D4E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2B32D28B-A410-F051-0864-8F476D9F290A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4B643978-31CB-7053-A437-94BC272D13B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DAE6EC69-30BA-297D-5F0E-81CDCCAEA62D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8A0434B0-C35C-40F2-2CDD-F0B65104B3B1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C2B5953C-4E9B-0552-2142-3D4A899E8472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266C7DB8-CA4A-8ABF-E144-D2B6E5C9BA27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A92F687B-3FC1-D692-AC8C-5C03513E3C2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0E486DA4-BA5D-23D0-920C-CB8DA0471336}"/>
              </a:ext>
            </a:extLst>
          </p:cNvPr>
          <p:cNvSpPr txBox="1">
            <a:spLocks/>
          </p:cNvSpPr>
          <p:nvPr/>
        </p:nvSpPr>
        <p:spPr>
          <a:xfrm>
            <a:off x="228600" y="763222"/>
            <a:ext cx="8229600" cy="9144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CO"/>
              <a:t>Encontrar una definición moderna</a:t>
            </a:r>
            <a:endParaRPr lang="es-CO" sz="400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138B50EA-268C-0B6F-1029-539D4BC3021B}"/>
              </a:ext>
            </a:extLst>
          </p:cNvPr>
          <p:cNvSpPr txBox="1">
            <a:spLocks/>
          </p:cNvSpPr>
          <p:nvPr/>
        </p:nvSpPr>
        <p:spPr>
          <a:xfrm>
            <a:off x="1600200" y="2781300"/>
            <a:ext cx="14173200" cy="62484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Necesitamos una definición de calidad de datos que</a:t>
            </a:r>
            <a:endParaRPr lang="es-ES" sz="40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Refleje el uso de los datos</a:t>
            </a:r>
            <a:endParaRPr lang="es-ES" sz="40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Lleve a mejoras en los procesos</a:t>
            </a:r>
            <a:endParaRPr lang="es-ES" sz="40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Sea medible (podamos definir métricas)}</a:t>
            </a: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s-ES" sz="4000" dirty="0">
              <a:solidFill>
                <a:srgbClr val="000000"/>
              </a:solidFill>
            </a:endParaRPr>
          </a:p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Primero, necesitamos entender mejor cómo y dónde ocurren los problemas de calidad de datos</a:t>
            </a:r>
            <a:endParaRPr lang="es-ES" sz="40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El continuo de la calidad de datos</a:t>
            </a:r>
            <a:endParaRPr lang="es-ES" sz="40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002896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0E97F-29D1-34EE-D2CA-3AB5078D4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>
            <a:extLst>
              <a:ext uri="{FF2B5EF4-FFF2-40B4-BE49-F238E27FC236}">
                <a16:creationId xmlns:a16="http://schemas.microsoft.com/office/drawing/2014/main" id="{B6AD31ED-4230-FF5D-9332-4579AE81C4E4}"/>
              </a:ext>
            </a:extLst>
          </p:cNvPr>
          <p:cNvGrpSpPr/>
          <p:nvPr/>
        </p:nvGrpSpPr>
        <p:grpSpPr>
          <a:xfrm rot="-10800000">
            <a:off x="10392303" y="0"/>
            <a:ext cx="7895697" cy="10287000"/>
            <a:chOff x="0" y="0"/>
            <a:chExt cx="2079525" cy="2709333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69EA68FC-6C39-A5CA-0D5E-DEDDA3B29183}"/>
                </a:ext>
              </a:extLst>
            </p:cNvPr>
            <p:cNvSpPr/>
            <p:nvPr/>
          </p:nvSpPr>
          <p:spPr>
            <a:xfrm>
              <a:off x="0" y="0"/>
              <a:ext cx="2079525" cy="2709333"/>
            </a:xfrm>
            <a:custGeom>
              <a:avLst/>
              <a:gdLst/>
              <a:ahLst/>
              <a:cxnLst/>
              <a:rect l="l" t="t" r="r" b="b"/>
              <a:pathLst>
                <a:path w="2079525" h="2709333">
                  <a:moveTo>
                    <a:pt x="0" y="0"/>
                  </a:moveTo>
                  <a:lnTo>
                    <a:pt x="2079525" y="0"/>
                  </a:lnTo>
                  <a:lnTo>
                    <a:pt x="2079525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1E17D6B0-A824-6149-3700-0D24284DAEB2}"/>
                </a:ext>
              </a:extLst>
            </p:cNvPr>
            <p:cNvSpPr txBox="1"/>
            <p:nvPr/>
          </p:nvSpPr>
          <p:spPr>
            <a:xfrm>
              <a:off x="0" y="-38100"/>
              <a:ext cx="2079525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>
            <a:extLst>
              <a:ext uri="{FF2B5EF4-FFF2-40B4-BE49-F238E27FC236}">
                <a16:creationId xmlns:a16="http://schemas.microsoft.com/office/drawing/2014/main" id="{FC6264BD-DBB0-3542-5393-367BF35270F6}"/>
              </a:ext>
            </a:extLst>
          </p:cNvPr>
          <p:cNvSpPr/>
          <p:nvPr/>
        </p:nvSpPr>
        <p:spPr>
          <a:xfrm>
            <a:off x="9562641" y="4953536"/>
            <a:ext cx="4777510" cy="4687932"/>
          </a:xfrm>
          <a:custGeom>
            <a:avLst/>
            <a:gdLst/>
            <a:ahLst/>
            <a:cxnLst/>
            <a:rect l="l" t="t" r="r" b="b"/>
            <a:pathLst>
              <a:path w="4777510" h="4687932">
                <a:moveTo>
                  <a:pt x="0" y="0"/>
                </a:moveTo>
                <a:lnTo>
                  <a:pt x="4777511" y="0"/>
                </a:lnTo>
                <a:lnTo>
                  <a:pt x="4777511" y="4687932"/>
                </a:lnTo>
                <a:lnTo>
                  <a:pt x="0" y="468793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605BA05F-8938-AE9E-B6BD-588768A298BB}"/>
              </a:ext>
            </a:extLst>
          </p:cNvPr>
          <p:cNvSpPr/>
          <p:nvPr/>
        </p:nvSpPr>
        <p:spPr>
          <a:xfrm rot="-10800000">
            <a:off x="14340152" y="455568"/>
            <a:ext cx="4777510" cy="4687932"/>
          </a:xfrm>
          <a:custGeom>
            <a:avLst/>
            <a:gdLst/>
            <a:ahLst/>
            <a:cxnLst/>
            <a:rect l="l" t="t" r="r" b="b"/>
            <a:pathLst>
              <a:path w="4777510" h="4687932">
                <a:moveTo>
                  <a:pt x="0" y="0"/>
                </a:moveTo>
                <a:lnTo>
                  <a:pt x="4777510" y="0"/>
                </a:lnTo>
                <a:lnTo>
                  <a:pt x="4777510" y="4687932"/>
                </a:lnTo>
                <a:lnTo>
                  <a:pt x="0" y="468793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8" name="Group 8">
            <a:extLst>
              <a:ext uri="{FF2B5EF4-FFF2-40B4-BE49-F238E27FC236}">
                <a16:creationId xmlns:a16="http://schemas.microsoft.com/office/drawing/2014/main" id="{9B46E69E-5013-86A4-3B79-098584D49817}"/>
              </a:ext>
            </a:extLst>
          </p:cNvPr>
          <p:cNvGrpSpPr/>
          <p:nvPr/>
        </p:nvGrpSpPr>
        <p:grpSpPr>
          <a:xfrm rot="1460314">
            <a:off x="10661875" y="4518938"/>
            <a:ext cx="7356554" cy="1249125"/>
            <a:chOff x="0" y="0"/>
            <a:chExt cx="1937529" cy="328988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2768F126-287F-9E24-DA5A-94C0099A8C96}"/>
                </a:ext>
              </a:extLst>
            </p:cNvPr>
            <p:cNvSpPr/>
            <p:nvPr/>
          </p:nvSpPr>
          <p:spPr>
            <a:xfrm>
              <a:off x="0" y="0"/>
              <a:ext cx="1937528" cy="328988"/>
            </a:xfrm>
            <a:custGeom>
              <a:avLst/>
              <a:gdLst/>
              <a:ahLst/>
              <a:cxnLst/>
              <a:rect l="l" t="t" r="r" b="b"/>
              <a:pathLst>
                <a:path w="1937528" h="328988">
                  <a:moveTo>
                    <a:pt x="105238" y="0"/>
                  </a:moveTo>
                  <a:lnTo>
                    <a:pt x="1832290" y="0"/>
                  </a:lnTo>
                  <a:cubicBezTo>
                    <a:pt x="1860201" y="0"/>
                    <a:pt x="1886969" y="11088"/>
                    <a:pt x="1906705" y="30824"/>
                  </a:cubicBezTo>
                  <a:cubicBezTo>
                    <a:pt x="1926441" y="50560"/>
                    <a:pt x="1937528" y="77327"/>
                    <a:pt x="1937528" y="105238"/>
                  </a:cubicBezTo>
                  <a:lnTo>
                    <a:pt x="1937528" y="223749"/>
                  </a:lnTo>
                  <a:cubicBezTo>
                    <a:pt x="1937528" y="281871"/>
                    <a:pt x="1890412" y="328988"/>
                    <a:pt x="1832290" y="328988"/>
                  </a:cubicBezTo>
                  <a:lnTo>
                    <a:pt x="105238" y="328988"/>
                  </a:lnTo>
                  <a:cubicBezTo>
                    <a:pt x="77327" y="328988"/>
                    <a:pt x="50560" y="317900"/>
                    <a:pt x="30824" y="298164"/>
                  </a:cubicBezTo>
                  <a:cubicBezTo>
                    <a:pt x="11088" y="278428"/>
                    <a:pt x="0" y="251660"/>
                    <a:pt x="0" y="223749"/>
                  </a:cubicBezTo>
                  <a:lnTo>
                    <a:pt x="0" y="105238"/>
                  </a:lnTo>
                  <a:cubicBezTo>
                    <a:pt x="0" y="47117"/>
                    <a:pt x="47117" y="0"/>
                    <a:pt x="105238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O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38C6A068-39F4-6B9D-F852-0CDD3D86593D}"/>
                </a:ext>
              </a:extLst>
            </p:cNvPr>
            <p:cNvSpPr txBox="1"/>
            <p:nvPr/>
          </p:nvSpPr>
          <p:spPr>
            <a:xfrm>
              <a:off x="0" y="-38100"/>
              <a:ext cx="1937529" cy="36708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5D2D7229-D81E-2C34-E10F-6BD8286E3163}"/>
              </a:ext>
            </a:extLst>
          </p:cNvPr>
          <p:cNvGrpSpPr/>
          <p:nvPr/>
        </p:nvGrpSpPr>
        <p:grpSpPr>
          <a:xfrm rot="-10800000">
            <a:off x="-536257" y="9574006"/>
            <a:ext cx="8704391" cy="134923"/>
            <a:chOff x="0" y="0"/>
            <a:chExt cx="2292514" cy="35535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2A947E61-FFEA-C273-D35A-E33DFDEDC32F}"/>
                </a:ext>
              </a:extLst>
            </p:cNvPr>
            <p:cNvSpPr/>
            <p:nvPr/>
          </p:nvSpPr>
          <p:spPr>
            <a:xfrm>
              <a:off x="0" y="0"/>
              <a:ext cx="2292515" cy="35535"/>
            </a:xfrm>
            <a:custGeom>
              <a:avLst/>
              <a:gdLst/>
              <a:ahLst/>
              <a:cxnLst/>
              <a:rect l="l" t="t" r="r" b="b"/>
              <a:pathLst>
                <a:path w="2292515" h="35535">
                  <a:moveTo>
                    <a:pt x="17768" y="0"/>
                  </a:moveTo>
                  <a:lnTo>
                    <a:pt x="2274747" y="0"/>
                  </a:lnTo>
                  <a:cubicBezTo>
                    <a:pt x="2284560" y="0"/>
                    <a:pt x="2292515" y="7955"/>
                    <a:pt x="2292515" y="17768"/>
                  </a:cubicBezTo>
                  <a:lnTo>
                    <a:pt x="2292515" y="17768"/>
                  </a:lnTo>
                  <a:cubicBezTo>
                    <a:pt x="2292515" y="22480"/>
                    <a:pt x="2290643" y="26999"/>
                    <a:pt x="2287311" y="30331"/>
                  </a:cubicBezTo>
                  <a:cubicBezTo>
                    <a:pt x="2283978" y="33663"/>
                    <a:pt x="2279459" y="35535"/>
                    <a:pt x="2274747" y="35535"/>
                  </a:cubicBezTo>
                  <a:lnTo>
                    <a:pt x="17768" y="35535"/>
                  </a:lnTo>
                  <a:cubicBezTo>
                    <a:pt x="13055" y="35535"/>
                    <a:pt x="8536" y="33663"/>
                    <a:pt x="5204" y="30331"/>
                  </a:cubicBezTo>
                  <a:cubicBezTo>
                    <a:pt x="1872" y="26999"/>
                    <a:pt x="0" y="22480"/>
                    <a:pt x="0" y="17768"/>
                  </a:cubicBezTo>
                  <a:lnTo>
                    <a:pt x="0" y="17768"/>
                  </a:lnTo>
                  <a:cubicBezTo>
                    <a:pt x="0" y="13055"/>
                    <a:pt x="1872" y="8536"/>
                    <a:pt x="5204" y="5204"/>
                  </a:cubicBezTo>
                  <a:cubicBezTo>
                    <a:pt x="8536" y="1872"/>
                    <a:pt x="13055" y="0"/>
                    <a:pt x="17768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11592B31-790D-35DD-4E37-9624BCCF73FC}"/>
                </a:ext>
              </a:extLst>
            </p:cNvPr>
            <p:cNvSpPr txBox="1"/>
            <p:nvPr/>
          </p:nvSpPr>
          <p:spPr>
            <a:xfrm>
              <a:off x="0" y="-38100"/>
              <a:ext cx="2292514" cy="736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5" name="TextBox 15">
            <a:extLst>
              <a:ext uri="{FF2B5EF4-FFF2-40B4-BE49-F238E27FC236}">
                <a16:creationId xmlns:a16="http://schemas.microsoft.com/office/drawing/2014/main" id="{2E215BEF-EBA5-91E8-BF81-191F7FF06DFD}"/>
              </a:ext>
            </a:extLst>
          </p:cNvPr>
          <p:cNvSpPr txBox="1"/>
          <p:nvPr/>
        </p:nvSpPr>
        <p:spPr>
          <a:xfrm>
            <a:off x="958498" y="4953536"/>
            <a:ext cx="8321721" cy="6771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El continuo de la calidad de datos</a:t>
            </a:r>
            <a:endParaRPr lang="es-ES" sz="80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350447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DBF21-C628-97AF-EF29-387190FFB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43EC4D6-90F7-977D-AEBA-08652168A061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A3FF8206-3C42-D136-32F4-082C385D43BF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4B42A2E3-1ACC-5EB4-8B2E-D21C9A046EB5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C150C07B-151D-8DB1-B1B5-095582CFBF58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61AD4BEE-0686-E5FC-5421-C7925D9B830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9342CE57-6B8D-B284-E65F-EFFB8E452537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9A982869-1672-CD97-1410-00F816AE4469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E12D7BBA-712E-5EE7-B503-1390D3674614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0546D152-DFF0-B634-F88A-80DC436BFBA8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A5691687-9358-AD7D-232F-D8CB28E17B8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CAE94137-1BCC-B4C6-5D97-DC010F68389A}"/>
              </a:ext>
            </a:extLst>
          </p:cNvPr>
          <p:cNvSpPr txBox="1">
            <a:spLocks/>
          </p:cNvSpPr>
          <p:nvPr/>
        </p:nvSpPr>
        <p:spPr>
          <a:xfrm>
            <a:off x="381000" y="680283"/>
            <a:ext cx="8229600" cy="83808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/>
              <a:t>El continuo de la calidad de datos</a:t>
            </a:r>
            <a:endParaRPr lang="es-ES" sz="400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70A24C8D-C272-C5D2-0D34-463C53D65B16}"/>
              </a:ext>
            </a:extLst>
          </p:cNvPr>
          <p:cNvSpPr txBox="1">
            <a:spLocks/>
          </p:cNvSpPr>
          <p:nvPr/>
        </p:nvSpPr>
        <p:spPr>
          <a:xfrm>
            <a:off x="1219200" y="2400300"/>
            <a:ext cx="15324930" cy="75821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800" dirty="0"/>
              <a:t>Los datos y la información no son estáticos; fluyen en un proceso de recolección y uso</a:t>
            </a:r>
            <a:endParaRPr lang="es-ES" sz="44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Recolección de datos</a:t>
            </a:r>
            <a:endParaRPr lang="es-ES" sz="40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Entrega de datos</a:t>
            </a:r>
            <a:endParaRPr lang="es-ES" sz="40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Almacenamiento de datos</a:t>
            </a:r>
            <a:endParaRPr lang="es-ES" sz="40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Integración de datos</a:t>
            </a:r>
            <a:endParaRPr lang="es-ES" sz="40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Recuperación de datos</a:t>
            </a:r>
            <a:endParaRPr lang="es-ES" sz="40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Minería/análisis de datos</a:t>
            </a:r>
            <a:endParaRPr lang="es-ES" sz="40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045780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F5A3D-EF2A-7980-EBD8-EA1811068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7E3634B-CFC3-33CE-9B1E-97DD3FD62902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57C16685-DC05-5324-981C-66634750A371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CFDF0FC0-2488-0093-4F15-D9593A2BDF74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D6472BA9-6997-1BA5-8F1E-4A3A77073998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5DCF169E-E739-A6D9-E142-B6905C5C916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FC52FF1D-4EF9-F9E3-46E3-A09EB78ABD84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09304289-D72C-2516-A641-C849A85F4B12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27815D00-D90F-3683-37FB-D66740A0AC6C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FAC72CEC-C71D-0F81-67C3-7FEA968FC42F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D44A7304-B3D2-BF70-0DD4-F739E08F60E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43D5868B-29D8-A343-B9A2-39C4AFD3541D}"/>
              </a:ext>
            </a:extLst>
          </p:cNvPr>
          <p:cNvSpPr txBox="1">
            <a:spLocks/>
          </p:cNvSpPr>
          <p:nvPr/>
        </p:nvSpPr>
        <p:spPr>
          <a:xfrm>
            <a:off x="-457200" y="680283"/>
            <a:ext cx="8229600" cy="7920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CO" sz="5400" dirty="0"/>
              <a:t>Recolección de datos</a:t>
            </a:r>
            <a:endParaRPr lang="es-CO" sz="48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DA05EA2E-CACC-1197-AA9B-0EDD0ACB6823}"/>
              </a:ext>
            </a:extLst>
          </p:cNvPr>
          <p:cNvSpPr txBox="1">
            <a:spLocks/>
          </p:cNvSpPr>
          <p:nvPr/>
        </p:nvSpPr>
        <p:spPr>
          <a:xfrm>
            <a:off x="838488" y="2019300"/>
            <a:ext cx="15239880" cy="90297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5400" dirty="0"/>
              <a:t>¿Cómo entran los datos al sistema?</a:t>
            </a:r>
            <a:endParaRPr lang="es-ES" sz="5400" dirty="0">
              <a:solidFill>
                <a:srgbClr val="000000"/>
              </a:solidFill>
            </a:endParaRPr>
          </a:p>
          <a:p>
            <a:pPr marL="343080" indent="-343080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5400" dirty="0"/>
              <a:t>Fuentes de problemas:</a:t>
            </a:r>
            <a:endParaRPr lang="es-ES" sz="54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800" dirty="0"/>
              <a:t>Entrada manual</a:t>
            </a:r>
            <a:endParaRPr lang="es-ES" sz="48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800" dirty="0"/>
              <a:t>Sin estándares uniformes para contenido y formatos</a:t>
            </a:r>
            <a:endParaRPr lang="es-ES" sz="48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800" dirty="0"/>
              <a:t>Entrada paralela (duplicados)</a:t>
            </a:r>
            <a:endParaRPr lang="es-ES" sz="48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800" dirty="0"/>
              <a:t>Aproximaciones, sustitutos – restricciones de SW/HW</a:t>
            </a:r>
            <a:endParaRPr lang="es-ES" sz="48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800" dirty="0"/>
              <a:t>Errores de medición.</a:t>
            </a:r>
            <a:endParaRPr lang="es-ES" sz="48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55941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658C1-2B9B-407A-3C23-9FC1D0509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3C82F762-45E1-A904-E0C6-868A48A77973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77A0A252-D94D-5D72-3918-AE67573399A0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CCBFE2C2-6F75-2F49-B1BC-28215E010941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9EB64F84-5A0B-36A5-1BF8-EAB7255C8A2D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0CC20F2F-3118-39F4-EFE5-C5664848E753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ADE76177-DEB8-AD2F-C64E-626C0599725D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F54662AA-B348-12F0-4910-FA529BF24221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DADCDE78-6483-E67C-9AA0-4AE5E48909B3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EE7146F4-DD8F-27C9-F88D-7029800F139C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CE1FDD2A-90AC-DAC0-BFC6-E69304E7AC5B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F375D416-6A4B-82F7-9703-EEB0342CEA99}"/>
              </a:ext>
            </a:extLst>
          </p:cNvPr>
          <p:cNvSpPr txBox="1">
            <a:spLocks/>
          </p:cNvSpPr>
          <p:nvPr/>
        </p:nvSpPr>
        <p:spPr>
          <a:xfrm>
            <a:off x="4038600" y="626083"/>
            <a:ext cx="8229600" cy="6858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CO" sz="5400" dirty="0"/>
              <a:t>Soluciones</a:t>
            </a:r>
            <a:endParaRPr lang="es-CO" sz="48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E441E0F5-6C58-9380-6C1D-EF7A8A33EF1F}"/>
              </a:ext>
            </a:extLst>
          </p:cNvPr>
          <p:cNvSpPr txBox="1">
            <a:spLocks/>
          </p:cNvSpPr>
          <p:nvPr/>
        </p:nvSpPr>
        <p:spPr>
          <a:xfrm>
            <a:off x="519258" y="1790700"/>
            <a:ext cx="16446425" cy="880146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5400" dirty="0"/>
              <a:t>Posibles soluciones:</a:t>
            </a:r>
            <a:endParaRPr lang="es-ES" sz="54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800" dirty="0"/>
              <a:t>Preventivas:</a:t>
            </a:r>
            <a:endParaRPr lang="es-ES" sz="4800" dirty="0">
              <a:solidFill>
                <a:srgbClr val="000000"/>
              </a:solidFill>
            </a:endParaRPr>
          </a:p>
          <a:p>
            <a:pPr lvl="2">
              <a:spcBef>
                <a:spcPts val="601"/>
              </a:spcBef>
              <a:buClr>
                <a:srgbClr val="000000"/>
              </a:buClr>
              <a:buFont typeface="Arial"/>
              <a:buChar char="•"/>
              <a:tabLst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Arquitectura del proceso (incorporar chequeos de integridad)</a:t>
            </a:r>
            <a:endParaRPr lang="es-ES" sz="4400" dirty="0">
              <a:solidFill>
                <a:srgbClr val="000000"/>
              </a:solidFill>
            </a:endParaRPr>
          </a:p>
          <a:p>
            <a:pPr lvl="2">
              <a:spcBef>
                <a:spcPts val="601"/>
              </a:spcBef>
              <a:buClr>
                <a:srgbClr val="000000"/>
              </a:buClr>
              <a:buFont typeface="Arial"/>
              <a:buChar char="•"/>
              <a:tabLst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Gestión del proceso (recompensar entrada precisa, compartir datos, data </a:t>
            </a:r>
            <a:r>
              <a:rPr lang="es-ES" sz="4400" dirty="0" err="1"/>
              <a:t>stewards</a:t>
            </a:r>
            <a:r>
              <a:rPr lang="es-ES" sz="4400" dirty="0"/>
              <a:t>)</a:t>
            </a:r>
            <a:endParaRPr lang="es-ES" sz="44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800" dirty="0"/>
              <a:t>Retrospectivas:</a:t>
            </a:r>
            <a:endParaRPr lang="es-ES" sz="4800" dirty="0">
              <a:solidFill>
                <a:srgbClr val="000000"/>
              </a:solidFill>
            </a:endParaRPr>
          </a:p>
          <a:p>
            <a:pPr lvl="2">
              <a:spcBef>
                <a:spcPts val="601"/>
              </a:spcBef>
              <a:buClr>
                <a:srgbClr val="000000"/>
              </a:buClr>
              <a:buFont typeface="Arial"/>
              <a:buChar char="•"/>
              <a:tabLst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Enfoque de limpieza (eliminación de duplicados, </a:t>
            </a:r>
            <a:r>
              <a:rPr lang="es-ES" sz="4400" dirty="0" err="1"/>
              <a:t>merge</a:t>
            </a:r>
            <a:r>
              <a:rPr lang="es-ES" sz="4400" dirty="0"/>
              <a:t>/</a:t>
            </a:r>
            <a:r>
              <a:rPr lang="es-ES" sz="4400" dirty="0" err="1"/>
              <a:t>purge</a:t>
            </a:r>
            <a:r>
              <a:rPr lang="es-ES" sz="4400" dirty="0"/>
              <a:t>, </a:t>
            </a:r>
            <a:r>
              <a:rPr lang="es-ES" sz="4400" dirty="0" err="1"/>
              <a:t>matching</a:t>
            </a:r>
            <a:r>
              <a:rPr lang="es-ES" sz="4400" dirty="0"/>
              <a:t> de nombre y dirección, estandarización de valores)</a:t>
            </a:r>
            <a:endParaRPr lang="es-ES" sz="4400" dirty="0">
              <a:solidFill>
                <a:srgbClr val="000000"/>
              </a:solidFill>
            </a:endParaRPr>
          </a:p>
          <a:p>
            <a:pPr lvl="2">
              <a:spcBef>
                <a:spcPts val="601"/>
              </a:spcBef>
              <a:buClr>
                <a:srgbClr val="000000"/>
              </a:buClr>
              <a:buFont typeface="Arial"/>
              <a:buChar char="•"/>
              <a:tabLst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Enfoque diagnóstico (detección automatizada de fallos/</a:t>
            </a:r>
            <a:r>
              <a:rPr lang="es-ES" sz="4400" dirty="0" err="1"/>
              <a:t>glitches</a:t>
            </a:r>
            <a:r>
              <a:rPr lang="es-ES" sz="4400" dirty="0"/>
              <a:t>).</a:t>
            </a:r>
            <a:endParaRPr lang="es-ES" sz="4400" dirty="0">
              <a:solidFill>
                <a:srgbClr val="000000"/>
              </a:solidFill>
            </a:endParaRPr>
          </a:p>
          <a:p>
            <a:pPr marL="343080" indent="0">
              <a:spcBef>
                <a:spcPts val="799"/>
              </a:spcBef>
              <a:buFont typeface="Arial" pitchFamily="34" charset="0"/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s-ES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000185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991BB-AEC4-D5C6-A221-CB5CF6218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66176D2-8461-929C-2EF6-D9C1AA4011CE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3E47BC25-44FE-FABD-8A34-C4BFF84947B3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9A2CBBEA-2182-5691-F78A-C52466BD8FBB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E639877F-B1D6-C58A-97AC-3D20E65B3AB3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4BFB3B4F-0299-0F57-A43C-BEA724D5CA15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28A74D0E-639F-3EA3-6B6F-A33DA5A60E51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CA439C6E-A834-257C-95E5-57E3D4BE3E96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35A7BBCD-C233-BA71-F965-135E01B601A6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698AE4A9-135C-EB22-D0E3-D5B115A884A8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791F2A87-AC4B-07C7-8885-2D405582E36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ED2FAD9D-1529-D354-919C-7480F8FF0786}"/>
              </a:ext>
            </a:extLst>
          </p:cNvPr>
          <p:cNvSpPr txBox="1">
            <a:spLocks/>
          </p:cNvSpPr>
          <p:nvPr/>
        </p:nvSpPr>
        <p:spPr>
          <a:xfrm>
            <a:off x="533400" y="927076"/>
            <a:ext cx="5867400" cy="897917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CO" dirty="0"/>
              <a:t>Entrega de datos</a:t>
            </a:r>
            <a:endParaRPr lang="es-CO" sz="40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682E0FBD-710F-C0A7-4831-25260E66A005}"/>
              </a:ext>
            </a:extLst>
          </p:cNvPr>
          <p:cNvSpPr txBox="1">
            <a:spLocks/>
          </p:cNvSpPr>
          <p:nvPr/>
        </p:nvSpPr>
        <p:spPr>
          <a:xfrm>
            <a:off x="1066800" y="2552700"/>
            <a:ext cx="15392400" cy="63246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Destruir o mutilar información por </a:t>
            </a:r>
            <a:r>
              <a:rPr lang="es-ES" sz="4400" dirty="0" err="1"/>
              <a:t>pre-procesamiento</a:t>
            </a:r>
            <a:r>
              <a:rPr lang="es-ES" sz="4400" dirty="0"/>
              <a:t> inapropiado</a:t>
            </a:r>
            <a:endParaRPr lang="es-ES" sz="44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Agregación inapropiada</a:t>
            </a:r>
            <a:endParaRPr lang="es-ES" sz="40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NULL convertidos a valores por defecto</a:t>
            </a:r>
            <a:endParaRPr lang="es-ES" sz="4000" dirty="0">
              <a:solidFill>
                <a:srgbClr val="000000"/>
              </a:solidFill>
            </a:endParaRPr>
          </a:p>
          <a:p>
            <a:pPr marL="343080" indent="-343080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Pérdida de datos:</a:t>
            </a:r>
            <a:endParaRPr lang="es-ES" sz="44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Desbordes de buffer</a:t>
            </a:r>
            <a:endParaRPr lang="es-ES" sz="40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Problemas de transmisión</a:t>
            </a:r>
            <a:endParaRPr lang="es-ES" sz="40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Sin verificaciones</a:t>
            </a:r>
            <a:endParaRPr lang="es-ES" sz="40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25134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2D0353-BD00-A5F8-76C6-C5DBE27B51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38FCF0C1-AAE0-2D9E-2508-641A0271125A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F7934358-F867-AE57-FE58-4A8FF17881D0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DF7AF3D4-B5B4-7A4D-1669-1A4524B78AB7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AAFA825E-FDB8-17CA-555F-8020F7C46960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F7A895D2-DEE8-A0E1-449F-26FFE2895AF3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11257EE3-A9AB-72DF-BBFA-306DB2B0F361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DDB6EDDE-8C1A-DD0D-99F0-4329782FA2EB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41746A6C-F043-E962-E2B5-B8EFB9359B8A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E070CA21-C20F-7EF2-1FF8-F700C42F3530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9FEBA429-A4F1-DA66-D910-A2CECDB1195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FAEAEC91-B245-A4FA-4008-CA536FB47171}"/>
              </a:ext>
            </a:extLst>
          </p:cNvPr>
          <p:cNvSpPr txBox="1">
            <a:spLocks/>
          </p:cNvSpPr>
          <p:nvPr/>
        </p:nvSpPr>
        <p:spPr>
          <a:xfrm>
            <a:off x="4419600" y="672566"/>
            <a:ext cx="8229600" cy="7160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CO" dirty="0"/>
              <a:t>Soluciones</a:t>
            </a:r>
            <a:endParaRPr lang="es-CO" sz="40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12B1EC44-4B48-D065-8C9A-D23F2BB24F45}"/>
              </a:ext>
            </a:extLst>
          </p:cNvPr>
          <p:cNvSpPr txBox="1">
            <a:spLocks/>
          </p:cNvSpPr>
          <p:nvPr/>
        </p:nvSpPr>
        <p:spPr>
          <a:xfrm>
            <a:off x="449239" y="2095500"/>
            <a:ext cx="15925800" cy="8331933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Construir protocolos de transmisión confiables</a:t>
            </a:r>
            <a:endParaRPr lang="es-ES" sz="40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Usar un servidor relé</a:t>
            </a:r>
            <a:endParaRPr lang="es-ES" sz="3600" dirty="0">
              <a:solidFill>
                <a:srgbClr val="000000"/>
              </a:solidFill>
            </a:endParaRPr>
          </a:p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Verificación</a:t>
            </a:r>
            <a:endParaRPr lang="es-ES" sz="40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 err="1"/>
              <a:t>Checksums</a:t>
            </a:r>
            <a:r>
              <a:rPr lang="es-ES" sz="4000" dirty="0"/>
              <a:t>, </a:t>
            </a:r>
            <a:r>
              <a:rPr lang="es-ES" sz="4000" dirty="0" err="1"/>
              <a:t>parser</a:t>
            </a:r>
            <a:r>
              <a:rPr lang="es-ES" sz="4000" dirty="0"/>
              <a:t> de verificación</a:t>
            </a:r>
            <a:endParaRPr lang="es-ES" sz="36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¿Los archivos cargados encajan en un patrón esperado?</a:t>
            </a:r>
            <a:endParaRPr lang="es-ES" sz="3600" dirty="0">
              <a:solidFill>
                <a:srgbClr val="000000"/>
              </a:solidFill>
            </a:endParaRPr>
          </a:p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Relaciones</a:t>
            </a:r>
            <a:endParaRPr lang="es-ES" sz="40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¿Hay dependencias entre flujos de datos y pasos de procesamiento?</a:t>
            </a:r>
            <a:endParaRPr lang="es-ES" sz="3600" dirty="0">
              <a:solidFill>
                <a:srgbClr val="000000"/>
              </a:solidFill>
            </a:endParaRPr>
          </a:p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Acuerdos de interfaz</a:t>
            </a:r>
            <a:endParaRPr lang="es-ES" sz="40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Compromiso de calidad de datos por parte del proveedor del </a:t>
            </a:r>
            <a:r>
              <a:rPr lang="es-ES" sz="4000" dirty="0" err="1"/>
              <a:t>stream</a:t>
            </a:r>
            <a:r>
              <a:rPr lang="es-ES" sz="4000" dirty="0"/>
              <a:t> de datos</a:t>
            </a:r>
            <a:r>
              <a:rPr lang="es-ES" dirty="0"/>
              <a:t>.</a:t>
            </a:r>
            <a:endParaRPr lang="es-ES" sz="24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824905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075FD-5E9E-F19F-22A3-C238B7F85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255F8D0-3854-6398-249A-8CE4F44662F7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92A955C9-64C9-4D88-5466-AAA2C32FC6FF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E040B52C-C12C-CE38-89E3-44E699694006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B0D17E74-0B66-1EC5-6BD2-77259B82181F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248B7F53-0F56-7C0A-A458-371F7DF69E4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568DDA60-5213-9945-1587-3485986E2E3F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77E7341E-C24E-2991-1364-FCCCDB876A44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EBF1B909-A785-4EAA-8478-BBD57819EC25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B9EA254A-8901-D911-8C21-BADE7AD2EEB3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837C1707-DB01-7E1F-A0E4-C0F47BFB87AA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2">
            <a:extLst>
              <a:ext uri="{FF2B5EF4-FFF2-40B4-BE49-F238E27FC236}">
                <a16:creationId xmlns:a16="http://schemas.microsoft.com/office/drawing/2014/main" id="{6B417084-BD1A-7A12-0B04-0673D95EDCC1}"/>
              </a:ext>
            </a:extLst>
          </p:cNvPr>
          <p:cNvSpPr txBox="1">
            <a:spLocks/>
          </p:cNvSpPr>
          <p:nvPr/>
        </p:nvSpPr>
        <p:spPr>
          <a:xfrm>
            <a:off x="658769" y="1790700"/>
            <a:ext cx="15087600" cy="8902751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lnSpc>
                <a:spcPct val="9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100" dirty="0"/>
              <a:t>Recibes un conjunto de datos. ¿Qué haces con él?</a:t>
            </a:r>
            <a:endParaRPr lang="es-ES" sz="3600" dirty="0">
              <a:solidFill>
                <a:srgbClr val="000000"/>
              </a:solidFill>
            </a:endParaRPr>
          </a:p>
          <a:p>
            <a:pPr marL="343080" indent="-343080">
              <a:lnSpc>
                <a:spcPct val="9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100" dirty="0"/>
              <a:t>Problemas de almacenamiento físico</a:t>
            </a:r>
            <a:endParaRPr lang="es-ES" sz="3600" dirty="0">
              <a:solidFill>
                <a:srgbClr val="000000"/>
              </a:solidFill>
            </a:endParaRPr>
          </a:p>
          <a:p>
            <a:pPr marL="743040" lvl="1" indent="-28584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Puede ser un tema, pero los terabytes son baratos.</a:t>
            </a:r>
            <a:endParaRPr lang="es-ES" sz="3100" dirty="0">
              <a:solidFill>
                <a:srgbClr val="000000"/>
              </a:solidFill>
            </a:endParaRPr>
          </a:p>
          <a:p>
            <a:pPr marL="343080" indent="-343080">
              <a:lnSpc>
                <a:spcPct val="9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100" dirty="0"/>
              <a:t>Problemas de almacenamiento lógico (ER  relaciones)</a:t>
            </a:r>
            <a:endParaRPr lang="es-ES" sz="3600" dirty="0">
              <a:solidFill>
                <a:srgbClr val="000000"/>
              </a:solidFill>
            </a:endParaRPr>
          </a:p>
          <a:p>
            <a:pPr marL="743040" lvl="1" indent="-28584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Metadatos pobres.</a:t>
            </a:r>
            <a:endParaRPr lang="es-ES" sz="3100" dirty="0">
              <a:solidFill>
                <a:srgbClr val="000000"/>
              </a:solidFill>
            </a:endParaRPr>
          </a:p>
          <a:p>
            <a:pPr lvl="2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100" dirty="0"/>
              <a:t>Los </a:t>
            </a:r>
            <a:r>
              <a:rPr lang="es-ES" sz="3100" dirty="0" err="1"/>
              <a:t>feeds</a:t>
            </a:r>
            <a:r>
              <a:rPr lang="es-ES" sz="3100" dirty="0"/>
              <a:t> de datos a menudo provienen de programas de aplicación o fuentes heredadas. ¿Qué significa?</a:t>
            </a:r>
            <a:endParaRPr lang="es-ES" sz="2600" dirty="0">
              <a:solidFill>
                <a:srgbClr val="000000"/>
              </a:solidFill>
            </a:endParaRPr>
          </a:p>
          <a:p>
            <a:pPr marL="743040" lvl="1" indent="-28584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Modelos de datos inapropiados.</a:t>
            </a:r>
            <a:endParaRPr lang="es-ES" sz="3100" dirty="0">
              <a:solidFill>
                <a:srgbClr val="000000"/>
              </a:solidFill>
            </a:endParaRPr>
          </a:p>
          <a:p>
            <a:pPr lvl="2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100" dirty="0"/>
              <a:t>Faltan marcas de tiempo, normalización incorrecta, etc.</a:t>
            </a:r>
            <a:endParaRPr lang="es-ES" sz="2600" dirty="0">
              <a:solidFill>
                <a:srgbClr val="000000"/>
              </a:solidFill>
            </a:endParaRPr>
          </a:p>
          <a:p>
            <a:pPr marL="743040" lvl="1" indent="-28584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Modificaciones ad hoc.</a:t>
            </a:r>
            <a:endParaRPr lang="es-ES" sz="3100" dirty="0">
              <a:solidFill>
                <a:srgbClr val="000000"/>
              </a:solidFill>
            </a:endParaRPr>
          </a:p>
          <a:p>
            <a:pPr lvl="2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100" dirty="0"/>
              <a:t>Estructurar los datos para que encajen en la GUI.</a:t>
            </a:r>
            <a:endParaRPr lang="es-ES" sz="2600" dirty="0">
              <a:solidFill>
                <a:srgbClr val="000000"/>
              </a:solidFill>
            </a:endParaRPr>
          </a:p>
          <a:p>
            <a:pPr marL="743040" lvl="1" indent="-28584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Restricciones de hardware / software.</a:t>
            </a:r>
            <a:endParaRPr lang="es-ES" sz="3100" dirty="0">
              <a:solidFill>
                <a:srgbClr val="000000"/>
              </a:solidFill>
            </a:endParaRPr>
          </a:p>
          <a:p>
            <a:pPr lvl="2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100" dirty="0"/>
              <a:t>Transmisión de datos vía hojas de cálculo de Excel</a:t>
            </a:r>
            <a:endParaRPr lang="es-ES" sz="2600" dirty="0">
              <a:solidFill>
                <a:srgbClr val="000000"/>
              </a:solidFill>
            </a:endParaRPr>
          </a:p>
          <a:p>
            <a:pPr lvl="2" indent="0">
              <a:lnSpc>
                <a:spcPct val="90000"/>
              </a:lnSpc>
              <a:spcBef>
                <a:spcPts val="499"/>
              </a:spcBef>
              <a:buFont typeface="Arial" pitchFamily="34" charset="0"/>
              <a:buNone/>
              <a:tabLst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s-ES" sz="20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679B142D-9C26-F872-C5AE-7642C943B009}"/>
              </a:ext>
            </a:extLst>
          </p:cNvPr>
          <p:cNvSpPr txBox="1"/>
          <p:nvPr/>
        </p:nvSpPr>
        <p:spPr>
          <a:xfrm>
            <a:off x="914400" y="518018"/>
            <a:ext cx="917811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4000" dirty="0"/>
              <a:t>Almacenamiento de datos</a:t>
            </a:r>
          </a:p>
        </p:txBody>
      </p:sp>
    </p:spTree>
    <p:extLst>
      <p:ext uri="{BB962C8B-B14F-4D97-AF65-F5344CB8AC3E}">
        <p14:creationId xmlns:p14="http://schemas.microsoft.com/office/powerpoint/2010/main" val="24265463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3691BF-7F45-E294-FD83-0BFA726D0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F9C08035-9571-E458-49B7-3EBAD9900C1E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F9183504-6501-3205-CACA-228DDACC4BE1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FBE1FBCA-37FA-68BC-11BD-5F9176D00B14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C5885E1D-5788-ECFB-816E-79CF281A7EC5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8789CF4E-B0F0-4B4F-5100-9C2EE947BA2B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8C7BEDCC-2148-E97C-5D4D-CDB55592C3C8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2D1A4D87-6333-4F6D-2B2B-8457FD4FA50B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A9295DFC-C354-A906-DE2A-5E3222ECE477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B63F1D81-8C2D-6E41-9074-4F3B5794EDB8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0EBCE49A-A565-426F-0310-1B8385A5611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2CDED488-95CE-9FC5-3342-4B3EDE4B4431}"/>
              </a:ext>
            </a:extLst>
          </p:cNvPr>
          <p:cNvSpPr txBox="1">
            <a:spLocks/>
          </p:cNvSpPr>
          <p:nvPr/>
        </p:nvSpPr>
        <p:spPr>
          <a:xfrm>
            <a:off x="0" y="611143"/>
            <a:ext cx="8229600" cy="71568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dirty="0"/>
              <a:t>Minería de datos y análisis</a:t>
            </a:r>
            <a:endParaRPr lang="es-ES" sz="40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926ECB80-7ECE-503F-00A4-53547A3470A8}"/>
              </a:ext>
            </a:extLst>
          </p:cNvPr>
          <p:cNvSpPr txBox="1">
            <a:spLocks/>
          </p:cNvSpPr>
          <p:nvPr/>
        </p:nvSpPr>
        <p:spPr>
          <a:xfrm>
            <a:off x="664456" y="1866900"/>
            <a:ext cx="16078200" cy="819186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¿Qué estás haciendo con todos estos datos, de todos modos?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Problemas en el análisis.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Escala y rendimiento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¿Intervalos de confianza?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Cajas negras y dardos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lvl="2"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200" dirty="0"/>
              <a:t>“despide a tus estadísticos”</a:t>
            </a:r>
            <a:endParaRPr lang="es-ES" sz="28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Apego a modelos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Experiencia de dominio insuficiente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Empirismo casual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580260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F3CF43-0863-3894-B047-B5C65817F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D40F5A32-DEDB-8DF1-C57B-F9EB34F5AD99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7386D472-74F3-417C-6B88-37F739589EBA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4B69BD9B-B04E-C8F5-4360-4E0AC3FABDCA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A04E967A-1262-A19E-5B81-2A325B88DEE4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426F155A-5A93-FBE3-DE01-7D452EC15FD3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D144BF81-E3A8-B6FE-1D61-FCD5DA7D4C65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B4430A1B-ED32-413C-8093-612FC7D5CBB9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34AEC891-1CFE-BD30-7179-A02E2C21DCE3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200D971F-D222-9117-0284-3DA6BB80B37D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D122A60D-8D37-21AB-AA68-4AC6AA7386C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D8015700-03DE-221F-6ACC-31C2355D407B}"/>
              </a:ext>
            </a:extLst>
          </p:cNvPr>
          <p:cNvSpPr txBox="1">
            <a:spLocks/>
          </p:cNvSpPr>
          <p:nvPr/>
        </p:nvSpPr>
        <p:spPr>
          <a:xfrm>
            <a:off x="4129187" y="968983"/>
            <a:ext cx="8229600" cy="71568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CO" dirty="0"/>
              <a:t>Soluciones</a:t>
            </a:r>
            <a:endParaRPr lang="es-CO" sz="40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538B0BA9-BEAD-2429-2310-8AAE067203A9}"/>
              </a:ext>
            </a:extLst>
          </p:cNvPr>
          <p:cNvSpPr txBox="1">
            <a:spLocks/>
          </p:cNvSpPr>
          <p:nvPr/>
        </p:nvSpPr>
        <p:spPr>
          <a:xfrm>
            <a:off x="1143000" y="2476500"/>
            <a:ext cx="13779720" cy="8331933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Exploración de datos</a:t>
            </a:r>
            <a:endParaRPr lang="es-ES" sz="40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Determinar qué modelos y técnicas son apropiados; encontrar bugs de datos; desarrollar experiencia de dominio.</a:t>
            </a:r>
            <a:endParaRPr lang="es-ES" sz="3600" dirty="0">
              <a:solidFill>
                <a:srgbClr val="000000"/>
              </a:solidFill>
            </a:endParaRPr>
          </a:p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Análisis continuo</a:t>
            </a:r>
            <a:endParaRPr lang="es-ES" sz="40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¿Los resultados son estables? ¿Cómo cambian?</a:t>
            </a:r>
            <a:endParaRPr lang="es-ES" sz="3600" dirty="0">
              <a:solidFill>
                <a:srgbClr val="000000"/>
              </a:solidFill>
            </a:endParaRPr>
          </a:p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Responsabilidad</a:t>
            </a:r>
            <a:endParaRPr lang="es-ES" sz="40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Hacer que el análisis forme parte del bucle de retroalimentación.</a:t>
            </a:r>
            <a:endParaRPr lang="es-ES" sz="36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69220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A848EB-666B-186C-7487-036635825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>
            <a:extLst>
              <a:ext uri="{FF2B5EF4-FFF2-40B4-BE49-F238E27FC236}">
                <a16:creationId xmlns:a16="http://schemas.microsoft.com/office/drawing/2014/main" id="{487ECE7E-08CC-03DF-457C-AC5EDB298AB7}"/>
              </a:ext>
            </a:extLst>
          </p:cNvPr>
          <p:cNvGrpSpPr/>
          <p:nvPr/>
        </p:nvGrpSpPr>
        <p:grpSpPr>
          <a:xfrm rot="-10800000">
            <a:off x="10392303" y="0"/>
            <a:ext cx="7895697" cy="10287000"/>
            <a:chOff x="0" y="0"/>
            <a:chExt cx="2079525" cy="2709333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089A53E3-1BB3-B7BB-18A1-DA9F8305D8B9}"/>
                </a:ext>
              </a:extLst>
            </p:cNvPr>
            <p:cNvSpPr/>
            <p:nvPr/>
          </p:nvSpPr>
          <p:spPr>
            <a:xfrm>
              <a:off x="0" y="0"/>
              <a:ext cx="2079525" cy="2709333"/>
            </a:xfrm>
            <a:custGeom>
              <a:avLst/>
              <a:gdLst/>
              <a:ahLst/>
              <a:cxnLst/>
              <a:rect l="l" t="t" r="r" b="b"/>
              <a:pathLst>
                <a:path w="2079525" h="2709333">
                  <a:moveTo>
                    <a:pt x="0" y="0"/>
                  </a:moveTo>
                  <a:lnTo>
                    <a:pt x="2079525" y="0"/>
                  </a:lnTo>
                  <a:lnTo>
                    <a:pt x="2079525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C635D5AB-2AEA-0580-E487-071CA1E7DE94}"/>
                </a:ext>
              </a:extLst>
            </p:cNvPr>
            <p:cNvSpPr txBox="1"/>
            <p:nvPr/>
          </p:nvSpPr>
          <p:spPr>
            <a:xfrm>
              <a:off x="0" y="-38100"/>
              <a:ext cx="2079525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>
            <a:extLst>
              <a:ext uri="{FF2B5EF4-FFF2-40B4-BE49-F238E27FC236}">
                <a16:creationId xmlns:a16="http://schemas.microsoft.com/office/drawing/2014/main" id="{1E08C67B-45A5-2A3C-F63F-2C6953B6E16D}"/>
              </a:ext>
            </a:extLst>
          </p:cNvPr>
          <p:cNvSpPr/>
          <p:nvPr/>
        </p:nvSpPr>
        <p:spPr>
          <a:xfrm>
            <a:off x="9562641" y="4953536"/>
            <a:ext cx="4777510" cy="4687932"/>
          </a:xfrm>
          <a:custGeom>
            <a:avLst/>
            <a:gdLst/>
            <a:ahLst/>
            <a:cxnLst/>
            <a:rect l="l" t="t" r="r" b="b"/>
            <a:pathLst>
              <a:path w="4777510" h="4687932">
                <a:moveTo>
                  <a:pt x="0" y="0"/>
                </a:moveTo>
                <a:lnTo>
                  <a:pt x="4777511" y="0"/>
                </a:lnTo>
                <a:lnTo>
                  <a:pt x="4777511" y="4687932"/>
                </a:lnTo>
                <a:lnTo>
                  <a:pt x="0" y="468793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117D81B9-AE02-BE9E-0913-9C77AC3A7EE2}"/>
              </a:ext>
            </a:extLst>
          </p:cNvPr>
          <p:cNvSpPr/>
          <p:nvPr/>
        </p:nvSpPr>
        <p:spPr>
          <a:xfrm rot="-10800000">
            <a:off x="14340152" y="455568"/>
            <a:ext cx="4777510" cy="4687932"/>
          </a:xfrm>
          <a:custGeom>
            <a:avLst/>
            <a:gdLst/>
            <a:ahLst/>
            <a:cxnLst/>
            <a:rect l="l" t="t" r="r" b="b"/>
            <a:pathLst>
              <a:path w="4777510" h="4687932">
                <a:moveTo>
                  <a:pt x="0" y="0"/>
                </a:moveTo>
                <a:lnTo>
                  <a:pt x="4777510" y="0"/>
                </a:lnTo>
                <a:lnTo>
                  <a:pt x="4777510" y="4687932"/>
                </a:lnTo>
                <a:lnTo>
                  <a:pt x="0" y="468793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8" name="Group 8">
            <a:extLst>
              <a:ext uri="{FF2B5EF4-FFF2-40B4-BE49-F238E27FC236}">
                <a16:creationId xmlns:a16="http://schemas.microsoft.com/office/drawing/2014/main" id="{15564773-3AD6-B602-6E63-BCFA53EBDF1F}"/>
              </a:ext>
            </a:extLst>
          </p:cNvPr>
          <p:cNvGrpSpPr/>
          <p:nvPr/>
        </p:nvGrpSpPr>
        <p:grpSpPr>
          <a:xfrm rot="1460314">
            <a:off x="10661875" y="4518938"/>
            <a:ext cx="7356554" cy="1249125"/>
            <a:chOff x="0" y="0"/>
            <a:chExt cx="1937529" cy="328988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C2EB4920-3AA7-2D38-1663-1B7914312687}"/>
                </a:ext>
              </a:extLst>
            </p:cNvPr>
            <p:cNvSpPr/>
            <p:nvPr/>
          </p:nvSpPr>
          <p:spPr>
            <a:xfrm>
              <a:off x="0" y="0"/>
              <a:ext cx="1937528" cy="328988"/>
            </a:xfrm>
            <a:custGeom>
              <a:avLst/>
              <a:gdLst/>
              <a:ahLst/>
              <a:cxnLst/>
              <a:rect l="l" t="t" r="r" b="b"/>
              <a:pathLst>
                <a:path w="1937528" h="328988">
                  <a:moveTo>
                    <a:pt x="105238" y="0"/>
                  </a:moveTo>
                  <a:lnTo>
                    <a:pt x="1832290" y="0"/>
                  </a:lnTo>
                  <a:cubicBezTo>
                    <a:pt x="1860201" y="0"/>
                    <a:pt x="1886969" y="11088"/>
                    <a:pt x="1906705" y="30824"/>
                  </a:cubicBezTo>
                  <a:cubicBezTo>
                    <a:pt x="1926441" y="50560"/>
                    <a:pt x="1937528" y="77327"/>
                    <a:pt x="1937528" y="105238"/>
                  </a:cubicBezTo>
                  <a:lnTo>
                    <a:pt x="1937528" y="223749"/>
                  </a:lnTo>
                  <a:cubicBezTo>
                    <a:pt x="1937528" y="281871"/>
                    <a:pt x="1890412" y="328988"/>
                    <a:pt x="1832290" y="328988"/>
                  </a:cubicBezTo>
                  <a:lnTo>
                    <a:pt x="105238" y="328988"/>
                  </a:lnTo>
                  <a:cubicBezTo>
                    <a:pt x="77327" y="328988"/>
                    <a:pt x="50560" y="317900"/>
                    <a:pt x="30824" y="298164"/>
                  </a:cubicBezTo>
                  <a:cubicBezTo>
                    <a:pt x="11088" y="278428"/>
                    <a:pt x="0" y="251660"/>
                    <a:pt x="0" y="223749"/>
                  </a:cubicBezTo>
                  <a:lnTo>
                    <a:pt x="0" y="105238"/>
                  </a:lnTo>
                  <a:cubicBezTo>
                    <a:pt x="0" y="47117"/>
                    <a:pt x="47117" y="0"/>
                    <a:pt x="105238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O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14E510A5-84F8-C290-491A-92C6B12174A6}"/>
                </a:ext>
              </a:extLst>
            </p:cNvPr>
            <p:cNvSpPr txBox="1"/>
            <p:nvPr/>
          </p:nvSpPr>
          <p:spPr>
            <a:xfrm>
              <a:off x="0" y="-38100"/>
              <a:ext cx="1937529" cy="36708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08FAA6B5-7DB9-1FB9-BC61-C3E52806C2ED}"/>
              </a:ext>
            </a:extLst>
          </p:cNvPr>
          <p:cNvGrpSpPr/>
          <p:nvPr/>
        </p:nvGrpSpPr>
        <p:grpSpPr>
          <a:xfrm rot="-10800000">
            <a:off x="-536257" y="9574006"/>
            <a:ext cx="8704391" cy="134923"/>
            <a:chOff x="0" y="0"/>
            <a:chExt cx="2292514" cy="35535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F65F0E81-0945-0FB7-78B4-89B332851807}"/>
                </a:ext>
              </a:extLst>
            </p:cNvPr>
            <p:cNvSpPr/>
            <p:nvPr/>
          </p:nvSpPr>
          <p:spPr>
            <a:xfrm>
              <a:off x="0" y="0"/>
              <a:ext cx="2292515" cy="35535"/>
            </a:xfrm>
            <a:custGeom>
              <a:avLst/>
              <a:gdLst/>
              <a:ahLst/>
              <a:cxnLst/>
              <a:rect l="l" t="t" r="r" b="b"/>
              <a:pathLst>
                <a:path w="2292515" h="35535">
                  <a:moveTo>
                    <a:pt x="17768" y="0"/>
                  </a:moveTo>
                  <a:lnTo>
                    <a:pt x="2274747" y="0"/>
                  </a:lnTo>
                  <a:cubicBezTo>
                    <a:pt x="2284560" y="0"/>
                    <a:pt x="2292515" y="7955"/>
                    <a:pt x="2292515" y="17768"/>
                  </a:cubicBezTo>
                  <a:lnTo>
                    <a:pt x="2292515" y="17768"/>
                  </a:lnTo>
                  <a:cubicBezTo>
                    <a:pt x="2292515" y="22480"/>
                    <a:pt x="2290643" y="26999"/>
                    <a:pt x="2287311" y="30331"/>
                  </a:cubicBezTo>
                  <a:cubicBezTo>
                    <a:pt x="2283978" y="33663"/>
                    <a:pt x="2279459" y="35535"/>
                    <a:pt x="2274747" y="35535"/>
                  </a:cubicBezTo>
                  <a:lnTo>
                    <a:pt x="17768" y="35535"/>
                  </a:lnTo>
                  <a:cubicBezTo>
                    <a:pt x="13055" y="35535"/>
                    <a:pt x="8536" y="33663"/>
                    <a:pt x="5204" y="30331"/>
                  </a:cubicBezTo>
                  <a:cubicBezTo>
                    <a:pt x="1872" y="26999"/>
                    <a:pt x="0" y="22480"/>
                    <a:pt x="0" y="17768"/>
                  </a:cubicBezTo>
                  <a:lnTo>
                    <a:pt x="0" y="17768"/>
                  </a:lnTo>
                  <a:cubicBezTo>
                    <a:pt x="0" y="13055"/>
                    <a:pt x="1872" y="8536"/>
                    <a:pt x="5204" y="5204"/>
                  </a:cubicBezTo>
                  <a:cubicBezTo>
                    <a:pt x="8536" y="1872"/>
                    <a:pt x="13055" y="0"/>
                    <a:pt x="17768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853E3B01-CCCC-36C5-0420-E655B2B8CD64}"/>
                </a:ext>
              </a:extLst>
            </p:cNvPr>
            <p:cNvSpPr txBox="1"/>
            <p:nvPr/>
          </p:nvSpPr>
          <p:spPr>
            <a:xfrm>
              <a:off x="0" y="-38100"/>
              <a:ext cx="2292514" cy="736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5" name="TextBox 15">
            <a:extLst>
              <a:ext uri="{FF2B5EF4-FFF2-40B4-BE49-F238E27FC236}">
                <a16:creationId xmlns:a16="http://schemas.microsoft.com/office/drawing/2014/main" id="{C13074F7-5D27-8C18-3BC4-E7E18A669B4D}"/>
              </a:ext>
            </a:extLst>
          </p:cNvPr>
          <p:cNvSpPr txBox="1"/>
          <p:nvPr/>
        </p:nvSpPr>
        <p:spPr>
          <a:xfrm>
            <a:off x="958498" y="4953536"/>
            <a:ext cx="8321721" cy="13542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El significado de la calidad de datos (2)</a:t>
            </a:r>
            <a:endParaRPr lang="es-ES" sz="80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304462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7D661-7BB6-2116-323D-24F903B30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3BC7514-D398-C67D-E3B1-8B925250004B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21653F40-99D8-7BC5-D5FC-3EE34B8DFDF3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3C78B3EA-D011-A829-21DA-06E98251B231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E0CAE865-DEEF-8921-901E-264AAEB63B3A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350DBE6F-51FF-B4D6-9389-44C43CA8D2F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B3ECF084-8390-4F4A-6AC9-1C186AF9BC4C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E914B9C7-A68A-1592-2439-5E783F032AEF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D9523761-13D6-730A-9AD1-EAA171BDAE4A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2D4A1EE9-2FBF-9343-9001-762E94E1732A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5B37CE5B-B6C5-BBB1-E543-B6C1DCD0D42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403AF1AF-6543-9B05-9978-27ED4DF8844F}"/>
              </a:ext>
            </a:extLst>
          </p:cNvPr>
          <p:cNvSpPr txBox="1">
            <a:spLocks/>
          </p:cNvSpPr>
          <p:nvPr/>
        </p:nvSpPr>
        <p:spPr>
          <a:xfrm>
            <a:off x="1371600" y="968983"/>
            <a:ext cx="14249400" cy="76212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dirty="0"/>
              <a:t>Significado de la calidad de datos (2)</a:t>
            </a:r>
            <a:endParaRPr lang="es-ES" sz="40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C52DE9B0-C13A-8763-58DA-BD6FCD2E6A58}"/>
              </a:ext>
            </a:extLst>
          </p:cNvPr>
          <p:cNvSpPr txBox="1">
            <a:spLocks/>
          </p:cNvSpPr>
          <p:nvPr/>
        </p:nvSpPr>
        <p:spPr>
          <a:xfrm>
            <a:off x="1004887" y="3086100"/>
            <a:ext cx="15821025" cy="7401077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900" dirty="0"/>
              <a:t>Hay muchos tipos de datos, con diferentes usos y problemas típicos de calidad</a:t>
            </a:r>
            <a:endParaRPr lang="es-ES" sz="35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500" dirty="0"/>
              <a:t>Datos federados</a:t>
            </a:r>
            <a:endParaRPr lang="es-ES" sz="30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500" dirty="0"/>
              <a:t>Datos de alta dimensionalidad</a:t>
            </a:r>
            <a:endParaRPr lang="es-ES" sz="30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500" dirty="0"/>
              <a:t>Datos descriptivos</a:t>
            </a:r>
            <a:endParaRPr lang="es-ES" sz="30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500" dirty="0"/>
              <a:t>Datos longitudinales</a:t>
            </a:r>
            <a:endParaRPr lang="es-ES" sz="30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500" dirty="0"/>
              <a:t>Datos en </a:t>
            </a:r>
            <a:r>
              <a:rPr lang="es-ES" sz="3500" dirty="0" err="1"/>
              <a:t>streaming</a:t>
            </a:r>
            <a:endParaRPr lang="es-ES" sz="30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500" dirty="0"/>
              <a:t>Datos web (</a:t>
            </a:r>
            <a:r>
              <a:rPr lang="es-ES" sz="3500" dirty="0" err="1"/>
              <a:t>scrapeados</a:t>
            </a:r>
            <a:r>
              <a:rPr lang="es-ES" sz="3500" dirty="0"/>
              <a:t>)</a:t>
            </a:r>
            <a:endParaRPr lang="es-ES" sz="30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500" dirty="0"/>
              <a:t>Datos numéricos vs. categóricos vs. texto</a:t>
            </a:r>
            <a:endParaRPr lang="es-ES" sz="3000" dirty="0">
              <a:solidFill>
                <a:srgbClr val="000000"/>
              </a:solidFill>
            </a:endParaRPr>
          </a:p>
          <a:p>
            <a:pPr marL="743040" lvl="1" indent="0">
              <a:spcBef>
                <a:spcPts val="601"/>
              </a:spcBef>
              <a:buFont typeface="Arial" pitchFamily="34" charset="0"/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s-ES" sz="2400" dirty="0">
              <a:solidFill>
                <a:srgbClr val="000000"/>
              </a:solidFill>
              <a:latin typeface="Arial"/>
            </a:endParaRPr>
          </a:p>
          <a:p>
            <a:pPr marL="343080" indent="0">
              <a:spcBef>
                <a:spcPts val="601"/>
              </a:spcBef>
              <a:buFont typeface="Arial" pitchFamily="34" charset="0"/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s-ES" sz="24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539188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A0558-EF76-1426-B834-B389943B0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DB7BFC46-55C0-41BF-4DC7-6AADBA6E3246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6CEEE8B9-A32D-2C57-FB72-7FE057D299B6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A4185B0A-7199-CB89-BECF-83CC3F907118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EEC735AE-EA8E-A7AD-C094-CA7A2ED902AA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1260F80D-E2CF-4690-612F-76CD261FC2EA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29367AC9-9D3C-AC37-9DA4-C916D21814D2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7FD3FDFB-6C29-25CE-11A5-9BA45B4FD969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A8065167-50BB-3EF1-0A6B-2999C95D3D20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7FA74334-D6F7-76FE-61DF-58D51849E982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D9BFAB7B-391E-6DA9-247E-D2BC255D69E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D6F1E43E-9E1B-A339-680B-3E9969764FA1}"/>
              </a:ext>
            </a:extLst>
          </p:cNvPr>
          <p:cNvSpPr txBox="1">
            <a:spLocks/>
          </p:cNvSpPr>
          <p:nvPr/>
        </p:nvSpPr>
        <p:spPr>
          <a:xfrm>
            <a:off x="2005012" y="13079"/>
            <a:ext cx="12801600" cy="240018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dirty="0"/>
              <a:t>Significado de la calidad de datos (2)</a:t>
            </a:r>
            <a:endParaRPr lang="es-ES" sz="40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99703CEF-EAAF-A5C4-6ABC-FD9585845198}"/>
              </a:ext>
            </a:extLst>
          </p:cNvPr>
          <p:cNvSpPr txBox="1">
            <a:spLocks/>
          </p:cNvSpPr>
          <p:nvPr/>
        </p:nvSpPr>
        <p:spPr>
          <a:xfrm>
            <a:off x="457200" y="2324100"/>
            <a:ext cx="15897225" cy="922032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Hay muchos usos de los datos</a:t>
            </a:r>
            <a:endParaRPr lang="es-ES" sz="36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Operaciones</a:t>
            </a:r>
            <a:endParaRPr lang="es-ES" sz="32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Análisis agregado</a:t>
            </a:r>
            <a:endParaRPr lang="es-ES" sz="32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Relación con clientes…</a:t>
            </a:r>
            <a:endParaRPr lang="es-ES" sz="3200" dirty="0">
              <a:solidFill>
                <a:srgbClr val="000000"/>
              </a:solidFill>
            </a:endParaRPr>
          </a:p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Interpretación de datos: los datos son inútiles si no conocemos todas las reglas detrás de ellos.</a:t>
            </a:r>
            <a:endParaRPr lang="es-ES" sz="3600" dirty="0">
              <a:solidFill>
                <a:srgbClr val="000000"/>
              </a:solidFill>
            </a:endParaRPr>
          </a:p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Adecuación de datos: ¿puedes obtener la respuesta con los datos disponibles?</a:t>
            </a:r>
            <a:endParaRPr lang="es-ES" sz="36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Uso de datos proxy</a:t>
            </a:r>
            <a:endParaRPr lang="es-ES" sz="32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Faltan datos relevantes</a:t>
            </a:r>
            <a:endParaRPr lang="es-ES" sz="32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06186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940C4-88E1-0C6D-52C6-C0CE0490C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9D76C69D-26E5-2BE5-E281-70B19A11E7B4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2D00856A-FAF6-CA95-9B69-6537197357D6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1C40B2F9-52C2-2298-4FCB-1C2645700A12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310A8AD5-CC48-C7EA-B14B-6D42AF2705BD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C7C152CF-2C9A-9035-D06A-842AE740BAE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1DBCE099-F67F-A1DF-6D63-E68C22F851E9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0A60984D-6A28-A4C6-E51A-1C0CA1EFDB54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305BDC3F-AFBE-E2AA-47C7-263AB98506D6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06BBE240-4145-727E-E57D-A7A931373B36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AA4B8CD6-3307-0F5A-51D9-3236C1C2ADA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B6EFBD8A-A609-7140-C6F1-C68F3D63E503}"/>
              </a:ext>
            </a:extLst>
          </p:cNvPr>
          <p:cNvSpPr txBox="1">
            <a:spLocks/>
          </p:cNvSpPr>
          <p:nvPr/>
        </p:nvSpPr>
        <p:spPr>
          <a:xfrm>
            <a:off x="4648200" y="619028"/>
            <a:ext cx="8229600" cy="7920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dirty="0"/>
              <a:t>Restricciones de calidad de datos</a:t>
            </a:r>
            <a:endParaRPr lang="es-ES" sz="40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412BE13B-EF7C-0763-32AE-EE91E75B7515}"/>
              </a:ext>
            </a:extLst>
          </p:cNvPr>
          <p:cNvSpPr txBox="1">
            <a:spLocks/>
          </p:cNvSpPr>
          <p:nvPr/>
        </p:nvSpPr>
        <p:spPr>
          <a:xfrm>
            <a:off x="1227540" y="2476500"/>
            <a:ext cx="15697200" cy="826782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lnSpc>
                <a:spcPct val="9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Muchos problemas de calidad de datos pueden capturarse con restricciones estáticas basadas en el esquema.</a:t>
            </a:r>
            <a:endParaRPr lang="es-ES" sz="4000" dirty="0">
              <a:solidFill>
                <a:srgbClr val="000000"/>
              </a:solidFill>
            </a:endParaRPr>
          </a:p>
          <a:p>
            <a:pPr marL="743040" lvl="1" indent="-28584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NULL no permitido, dominios de campo, claves foráneas, etc.</a:t>
            </a:r>
            <a:endParaRPr lang="es-ES" sz="3600" dirty="0">
              <a:solidFill>
                <a:srgbClr val="000000"/>
              </a:solidFill>
            </a:endParaRPr>
          </a:p>
          <a:p>
            <a:pPr marL="343080" indent="-343080">
              <a:lnSpc>
                <a:spcPct val="9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Muchos otros se deben a problemas de flujo de trabajo y pueden capturarse con restricciones dinámicas</a:t>
            </a:r>
            <a:endParaRPr lang="es-ES" sz="4000" dirty="0">
              <a:solidFill>
                <a:srgbClr val="000000"/>
              </a:solidFill>
            </a:endParaRPr>
          </a:p>
          <a:p>
            <a:pPr marL="743040" lvl="1" indent="-28584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P. ej., pedidos por encima de $20.000 son procesados por Facturador 2</a:t>
            </a:r>
            <a:endParaRPr lang="es-ES" sz="3600" dirty="0">
              <a:solidFill>
                <a:srgbClr val="000000"/>
              </a:solidFill>
            </a:endParaRPr>
          </a:p>
          <a:p>
            <a:pPr marL="343080" indent="-343080">
              <a:lnSpc>
                <a:spcPct val="9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Las restricciones siguen una regla 80-20</a:t>
            </a:r>
            <a:endParaRPr lang="es-ES" sz="4000" dirty="0">
              <a:solidFill>
                <a:srgbClr val="000000"/>
              </a:solidFill>
            </a:endParaRPr>
          </a:p>
          <a:p>
            <a:pPr marL="743040" lvl="1" indent="-28584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Unas pocas restricciones capturan la mayoría de los casos; miles para capturar los últimos casos.</a:t>
            </a:r>
            <a:endParaRPr lang="es-ES" sz="3600" dirty="0">
              <a:solidFill>
                <a:srgbClr val="000000"/>
              </a:solidFill>
            </a:endParaRPr>
          </a:p>
          <a:p>
            <a:pPr marL="343080" indent="-343080">
              <a:lnSpc>
                <a:spcPct val="9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Las restricciones son medibles. ¿Métricas de calidad de datos?</a:t>
            </a:r>
            <a:endParaRPr lang="es-ES" sz="40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51625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A84CA-E5E1-22F4-34B1-0FFA33AED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>
            <a:extLst>
              <a:ext uri="{FF2B5EF4-FFF2-40B4-BE49-F238E27FC236}">
                <a16:creationId xmlns:a16="http://schemas.microsoft.com/office/drawing/2014/main" id="{340D349D-FB03-4B7F-D38F-A61814E4E7C2}"/>
              </a:ext>
            </a:extLst>
          </p:cNvPr>
          <p:cNvGrpSpPr/>
          <p:nvPr/>
        </p:nvGrpSpPr>
        <p:grpSpPr>
          <a:xfrm rot="-10800000">
            <a:off x="10392303" y="0"/>
            <a:ext cx="7895697" cy="10287000"/>
            <a:chOff x="0" y="0"/>
            <a:chExt cx="2079525" cy="2709333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C99F707D-EFA2-08E6-5469-CD84F97866FF}"/>
                </a:ext>
              </a:extLst>
            </p:cNvPr>
            <p:cNvSpPr/>
            <p:nvPr/>
          </p:nvSpPr>
          <p:spPr>
            <a:xfrm>
              <a:off x="0" y="0"/>
              <a:ext cx="2079525" cy="2709333"/>
            </a:xfrm>
            <a:custGeom>
              <a:avLst/>
              <a:gdLst/>
              <a:ahLst/>
              <a:cxnLst/>
              <a:rect l="l" t="t" r="r" b="b"/>
              <a:pathLst>
                <a:path w="2079525" h="2709333">
                  <a:moveTo>
                    <a:pt x="0" y="0"/>
                  </a:moveTo>
                  <a:lnTo>
                    <a:pt x="2079525" y="0"/>
                  </a:lnTo>
                  <a:lnTo>
                    <a:pt x="2079525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582DE00C-9EEC-09A0-3A70-001DEBFF0F9F}"/>
                </a:ext>
              </a:extLst>
            </p:cNvPr>
            <p:cNvSpPr txBox="1"/>
            <p:nvPr/>
          </p:nvSpPr>
          <p:spPr>
            <a:xfrm>
              <a:off x="0" y="-38100"/>
              <a:ext cx="2079525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>
            <a:extLst>
              <a:ext uri="{FF2B5EF4-FFF2-40B4-BE49-F238E27FC236}">
                <a16:creationId xmlns:a16="http://schemas.microsoft.com/office/drawing/2014/main" id="{277E2EDD-5F5C-CEDF-FAD0-4C23DE65F631}"/>
              </a:ext>
            </a:extLst>
          </p:cNvPr>
          <p:cNvSpPr/>
          <p:nvPr/>
        </p:nvSpPr>
        <p:spPr>
          <a:xfrm>
            <a:off x="9562641" y="4953536"/>
            <a:ext cx="4777510" cy="4687932"/>
          </a:xfrm>
          <a:custGeom>
            <a:avLst/>
            <a:gdLst/>
            <a:ahLst/>
            <a:cxnLst/>
            <a:rect l="l" t="t" r="r" b="b"/>
            <a:pathLst>
              <a:path w="4777510" h="4687932">
                <a:moveTo>
                  <a:pt x="0" y="0"/>
                </a:moveTo>
                <a:lnTo>
                  <a:pt x="4777511" y="0"/>
                </a:lnTo>
                <a:lnTo>
                  <a:pt x="4777511" y="4687932"/>
                </a:lnTo>
                <a:lnTo>
                  <a:pt x="0" y="468793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2CD0DF6A-BD3F-C0B6-2165-89422DF9B622}"/>
              </a:ext>
            </a:extLst>
          </p:cNvPr>
          <p:cNvSpPr/>
          <p:nvPr/>
        </p:nvSpPr>
        <p:spPr>
          <a:xfrm rot="-10800000">
            <a:off x="14340152" y="455568"/>
            <a:ext cx="4777510" cy="4687932"/>
          </a:xfrm>
          <a:custGeom>
            <a:avLst/>
            <a:gdLst/>
            <a:ahLst/>
            <a:cxnLst/>
            <a:rect l="l" t="t" r="r" b="b"/>
            <a:pathLst>
              <a:path w="4777510" h="4687932">
                <a:moveTo>
                  <a:pt x="0" y="0"/>
                </a:moveTo>
                <a:lnTo>
                  <a:pt x="4777510" y="0"/>
                </a:lnTo>
                <a:lnTo>
                  <a:pt x="4777510" y="4687932"/>
                </a:lnTo>
                <a:lnTo>
                  <a:pt x="0" y="468793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8" name="Group 8">
            <a:extLst>
              <a:ext uri="{FF2B5EF4-FFF2-40B4-BE49-F238E27FC236}">
                <a16:creationId xmlns:a16="http://schemas.microsoft.com/office/drawing/2014/main" id="{CCC88E20-1155-749B-0221-810D2D4DCD1C}"/>
              </a:ext>
            </a:extLst>
          </p:cNvPr>
          <p:cNvGrpSpPr/>
          <p:nvPr/>
        </p:nvGrpSpPr>
        <p:grpSpPr>
          <a:xfrm rot="1460314">
            <a:off x="10661875" y="4518938"/>
            <a:ext cx="7356554" cy="1249125"/>
            <a:chOff x="0" y="0"/>
            <a:chExt cx="1937529" cy="328988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FBE98FF7-C019-88F9-D6B7-8D27524794D3}"/>
                </a:ext>
              </a:extLst>
            </p:cNvPr>
            <p:cNvSpPr/>
            <p:nvPr/>
          </p:nvSpPr>
          <p:spPr>
            <a:xfrm>
              <a:off x="0" y="0"/>
              <a:ext cx="1937528" cy="328988"/>
            </a:xfrm>
            <a:custGeom>
              <a:avLst/>
              <a:gdLst/>
              <a:ahLst/>
              <a:cxnLst/>
              <a:rect l="l" t="t" r="r" b="b"/>
              <a:pathLst>
                <a:path w="1937528" h="328988">
                  <a:moveTo>
                    <a:pt x="105238" y="0"/>
                  </a:moveTo>
                  <a:lnTo>
                    <a:pt x="1832290" y="0"/>
                  </a:lnTo>
                  <a:cubicBezTo>
                    <a:pt x="1860201" y="0"/>
                    <a:pt x="1886969" y="11088"/>
                    <a:pt x="1906705" y="30824"/>
                  </a:cubicBezTo>
                  <a:cubicBezTo>
                    <a:pt x="1926441" y="50560"/>
                    <a:pt x="1937528" y="77327"/>
                    <a:pt x="1937528" y="105238"/>
                  </a:cubicBezTo>
                  <a:lnTo>
                    <a:pt x="1937528" y="223749"/>
                  </a:lnTo>
                  <a:cubicBezTo>
                    <a:pt x="1937528" y="281871"/>
                    <a:pt x="1890412" y="328988"/>
                    <a:pt x="1832290" y="328988"/>
                  </a:cubicBezTo>
                  <a:lnTo>
                    <a:pt x="105238" y="328988"/>
                  </a:lnTo>
                  <a:cubicBezTo>
                    <a:pt x="77327" y="328988"/>
                    <a:pt x="50560" y="317900"/>
                    <a:pt x="30824" y="298164"/>
                  </a:cubicBezTo>
                  <a:cubicBezTo>
                    <a:pt x="11088" y="278428"/>
                    <a:pt x="0" y="251660"/>
                    <a:pt x="0" y="223749"/>
                  </a:cubicBezTo>
                  <a:lnTo>
                    <a:pt x="0" y="105238"/>
                  </a:lnTo>
                  <a:cubicBezTo>
                    <a:pt x="0" y="47117"/>
                    <a:pt x="47117" y="0"/>
                    <a:pt x="105238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O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85511EDC-B9A5-1EB7-B5F7-238FE83A92BF}"/>
                </a:ext>
              </a:extLst>
            </p:cNvPr>
            <p:cNvSpPr txBox="1"/>
            <p:nvPr/>
          </p:nvSpPr>
          <p:spPr>
            <a:xfrm>
              <a:off x="0" y="-38100"/>
              <a:ext cx="1937529" cy="36708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C8D7818C-0B9A-9AEC-19AC-48B853C63776}"/>
              </a:ext>
            </a:extLst>
          </p:cNvPr>
          <p:cNvGrpSpPr/>
          <p:nvPr/>
        </p:nvGrpSpPr>
        <p:grpSpPr>
          <a:xfrm rot="-10800000">
            <a:off x="-536257" y="9574006"/>
            <a:ext cx="8704391" cy="134923"/>
            <a:chOff x="0" y="0"/>
            <a:chExt cx="2292514" cy="35535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6B789645-CB61-AA1D-D7B4-E9657988F064}"/>
                </a:ext>
              </a:extLst>
            </p:cNvPr>
            <p:cNvSpPr/>
            <p:nvPr/>
          </p:nvSpPr>
          <p:spPr>
            <a:xfrm>
              <a:off x="0" y="0"/>
              <a:ext cx="2292515" cy="35535"/>
            </a:xfrm>
            <a:custGeom>
              <a:avLst/>
              <a:gdLst/>
              <a:ahLst/>
              <a:cxnLst/>
              <a:rect l="l" t="t" r="r" b="b"/>
              <a:pathLst>
                <a:path w="2292515" h="35535">
                  <a:moveTo>
                    <a:pt x="17768" y="0"/>
                  </a:moveTo>
                  <a:lnTo>
                    <a:pt x="2274747" y="0"/>
                  </a:lnTo>
                  <a:cubicBezTo>
                    <a:pt x="2284560" y="0"/>
                    <a:pt x="2292515" y="7955"/>
                    <a:pt x="2292515" y="17768"/>
                  </a:cubicBezTo>
                  <a:lnTo>
                    <a:pt x="2292515" y="17768"/>
                  </a:lnTo>
                  <a:cubicBezTo>
                    <a:pt x="2292515" y="22480"/>
                    <a:pt x="2290643" y="26999"/>
                    <a:pt x="2287311" y="30331"/>
                  </a:cubicBezTo>
                  <a:cubicBezTo>
                    <a:pt x="2283978" y="33663"/>
                    <a:pt x="2279459" y="35535"/>
                    <a:pt x="2274747" y="35535"/>
                  </a:cubicBezTo>
                  <a:lnTo>
                    <a:pt x="17768" y="35535"/>
                  </a:lnTo>
                  <a:cubicBezTo>
                    <a:pt x="13055" y="35535"/>
                    <a:pt x="8536" y="33663"/>
                    <a:pt x="5204" y="30331"/>
                  </a:cubicBezTo>
                  <a:cubicBezTo>
                    <a:pt x="1872" y="26999"/>
                    <a:pt x="0" y="22480"/>
                    <a:pt x="0" y="17768"/>
                  </a:cubicBezTo>
                  <a:lnTo>
                    <a:pt x="0" y="17768"/>
                  </a:lnTo>
                  <a:cubicBezTo>
                    <a:pt x="0" y="13055"/>
                    <a:pt x="1872" y="8536"/>
                    <a:pt x="5204" y="5204"/>
                  </a:cubicBezTo>
                  <a:cubicBezTo>
                    <a:pt x="8536" y="1872"/>
                    <a:pt x="13055" y="0"/>
                    <a:pt x="17768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40EECBFE-2971-B815-D6A4-C9DEE57A3660}"/>
                </a:ext>
              </a:extLst>
            </p:cNvPr>
            <p:cNvSpPr txBox="1"/>
            <p:nvPr/>
          </p:nvSpPr>
          <p:spPr>
            <a:xfrm>
              <a:off x="0" y="-38100"/>
              <a:ext cx="2292514" cy="736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5" name="TextBox 15">
            <a:extLst>
              <a:ext uri="{FF2B5EF4-FFF2-40B4-BE49-F238E27FC236}">
                <a16:creationId xmlns:a16="http://schemas.microsoft.com/office/drawing/2014/main" id="{B020F0AF-1873-8F72-FED3-D468BB64BC9D}"/>
              </a:ext>
            </a:extLst>
          </p:cNvPr>
          <p:cNvSpPr txBox="1"/>
          <p:nvPr/>
        </p:nvSpPr>
        <p:spPr>
          <a:xfrm>
            <a:off x="958498" y="4953536"/>
            <a:ext cx="8321721" cy="6771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Métricas de calidad de datos</a:t>
            </a:r>
            <a:endParaRPr lang="es-ES" sz="80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81595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52672-4327-2F6B-4CF6-5A07D455E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E6E2A06B-806B-527F-E70C-6218D046BC12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27E76F8C-AA4D-BB2B-B70B-057069EE86B6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489A456D-459F-CA05-8992-99356FD165FF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40BF9756-41C1-A7D1-BEB8-B00427B0CBE6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58886A79-8DF9-5A7B-5411-390158554F4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5C42E9E2-1FBA-0CE3-1804-85B5F56AB0CE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8EEE22E5-BA9B-A628-750D-23B15865FE27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137E0C8B-2624-9343-1116-06DFA812EC08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318F131F-BC8F-70EA-BBF2-302BF26080F5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8663366E-8F21-2024-2BA2-58BE94778E0A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EE2412D3-1BBD-235F-11F7-B0091C910A18}"/>
              </a:ext>
            </a:extLst>
          </p:cNvPr>
          <p:cNvSpPr txBox="1">
            <a:spLocks/>
          </p:cNvSpPr>
          <p:nvPr/>
        </p:nvSpPr>
        <p:spPr>
          <a:xfrm>
            <a:off x="3962400" y="563384"/>
            <a:ext cx="8229600" cy="71568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/>
              <a:t>Métricas de calidad de datos</a:t>
            </a:r>
            <a:endParaRPr lang="es-ES" sz="400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A4425BF8-0153-6EEE-F38D-A371A44CACD0}"/>
              </a:ext>
            </a:extLst>
          </p:cNvPr>
          <p:cNvSpPr txBox="1">
            <a:spLocks/>
          </p:cNvSpPr>
          <p:nvPr/>
        </p:nvSpPr>
        <p:spPr>
          <a:xfrm>
            <a:off x="914400" y="2107707"/>
            <a:ext cx="16211954" cy="8179293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 lnSpcReduction="9999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Queremos una cantidad medible</a:t>
            </a:r>
            <a:endParaRPr lang="es-ES" sz="40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Que indique qué está mal y cómo mejorar</a:t>
            </a:r>
            <a:endParaRPr lang="es-ES" sz="36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Reconocer que la DQ es un problema desordenado; ningún conjunto de números será perfecto</a:t>
            </a:r>
            <a:endParaRPr lang="es-ES" sz="3600" dirty="0">
              <a:solidFill>
                <a:srgbClr val="000000"/>
              </a:solidFill>
            </a:endParaRPr>
          </a:p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Tipos de métricas</a:t>
            </a:r>
            <a:endParaRPr lang="es-ES" sz="40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Restricciones estáticas vs. dinámicas</a:t>
            </a:r>
            <a:endParaRPr lang="es-ES" sz="36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Operacionales vs. diagnósticas</a:t>
            </a:r>
            <a:endParaRPr lang="es-ES" sz="3600" dirty="0">
              <a:solidFill>
                <a:srgbClr val="000000"/>
              </a:solidFill>
            </a:endParaRPr>
          </a:p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Las métricas deberían ser direccionalmente correctas con una mejora en el uso de los datos.</a:t>
            </a:r>
            <a:endParaRPr lang="es-ES" sz="4000" dirty="0">
              <a:solidFill>
                <a:srgbClr val="000000"/>
              </a:solidFill>
            </a:endParaRPr>
          </a:p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Es posible un número muy grande de métricas</a:t>
            </a:r>
            <a:endParaRPr lang="es-ES" sz="40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Elige las más importantes.</a:t>
            </a:r>
            <a:endParaRPr lang="es-ES" sz="36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65804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8AF2F4-464C-5E23-38BD-21B8A83EF6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17B5FE6-CA2C-11F5-959C-AB4D7C120883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8973D8FF-8523-888E-D2F5-86588EA0A8C5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7F4F12AF-C262-0A37-2786-8DE5C28B5C56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4BAEBE42-F527-DD29-EF95-D0D711E591D3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18B1EB32-D4AF-78A4-FAE3-73AF363F81BA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E7A37696-3B3D-B88A-94AE-73567274C2D1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1040D565-E597-1B3A-EB86-BA6DED75F2A9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5EBCEEA6-DD24-3486-97D0-CA5A97281BCD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020DFDD9-378F-5E51-E321-EC9AA6161768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4B110136-9527-6209-110D-815AA266782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E2AF1823-2062-551D-0090-3DF7021542FD}"/>
              </a:ext>
            </a:extLst>
          </p:cNvPr>
          <p:cNvSpPr txBox="1">
            <a:spLocks/>
          </p:cNvSpPr>
          <p:nvPr/>
        </p:nvSpPr>
        <p:spPr>
          <a:xfrm>
            <a:off x="1143000" y="484044"/>
            <a:ext cx="14325600" cy="209586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800" dirty="0"/>
              <a:t>Ejemplos de métricas de calidad de datos</a:t>
            </a:r>
            <a:endParaRPr lang="es-ES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0FDC4DD7-F232-66FE-5434-DA073ADC5B9E}"/>
              </a:ext>
            </a:extLst>
          </p:cNvPr>
          <p:cNvSpPr txBox="1">
            <a:spLocks/>
          </p:cNvSpPr>
          <p:nvPr/>
        </p:nvSpPr>
        <p:spPr>
          <a:xfrm>
            <a:off x="1123666" y="3086100"/>
            <a:ext cx="14325600" cy="8408253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 lnSpcReduction="9999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dirty="0"/>
              <a:t>Conformidad con el esquema</a:t>
            </a:r>
            <a:endParaRPr lang="es-ES" sz="28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dirty="0"/>
              <a:t>Evaluar restricciones en un </a:t>
            </a:r>
            <a:r>
              <a:rPr lang="es-ES" dirty="0" err="1"/>
              <a:t>snapshot</a:t>
            </a:r>
            <a:r>
              <a:rPr lang="es-ES" dirty="0"/>
              <a:t>.</a:t>
            </a:r>
            <a:endParaRPr lang="es-ES" sz="2400" dirty="0">
              <a:solidFill>
                <a:srgbClr val="000000"/>
              </a:solidFill>
            </a:endParaRPr>
          </a:p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dirty="0"/>
              <a:t>Conformidad con reglas de negocio</a:t>
            </a:r>
            <a:endParaRPr lang="es-ES" sz="28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dirty="0"/>
              <a:t>Evaluar restricciones sobre cambios en la base de datos.</a:t>
            </a:r>
            <a:endParaRPr lang="es-ES" sz="2400" dirty="0">
              <a:solidFill>
                <a:srgbClr val="000000"/>
              </a:solidFill>
            </a:endParaRPr>
          </a:p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dirty="0"/>
              <a:t>Exactitud</a:t>
            </a:r>
            <a:endParaRPr lang="es-ES" sz="28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dirty="0"/>
              <a:t>Hacer inventario (caro) o usar proxy (seguir quejas). ¿Auditar muestras?</a:t>
            </a:r>
            <a:endParaRPr lang="es-ES" sz="2400" dirty="0">
              <a:solidFill>
                <a:srgbClr val="000000"/>
              </a:solidFill>
            </a:endParaRPr>
          </a:p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dirty="0"/>
              <a:t>Accesibilidad</a:t>
            </a:r>
            <a:endParaRPr lang="es-ES" sz="2800" dirty="0">
              <a:solidFill>
                <a:srgbClr val="000000"/>
              </a:solidFill>
            </a:endParaRPr>
          </a:p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dirty="0"/>
              <a:t>Interpretabilidad</a:t>
            </a:r>
            <a:endParaRPr lang="es-ES" sz="2800" dirty="0">
              <a:solidFill>
                <a:srgbClr val="000000"/>
              </a:solidFill>
            </a:endParaRPr>
          </a:p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dirty="0"/>
              <a:t>Fallos/</a:t>
            </a:r>
            <a:r>
              <a:rPr lang="es-ES" dirty="0" err="1"/>
              <a:t>glitches</a:t>
            </a:r>
            <a:r>
              <a:rPr lang="es-ES" dirty="0"/>
              <a:t> en el análisis</a:t>
            </a:r>
            <a:endParaRPr lang="es-ES" sz="2800" dirty="0">
              <a:solidFill>
                <a:srgbClr val="000000"/>
              </a:solidFill>
            </a:endParaRPr>
          </a:p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dirty="0"/>
              <a:t>Finalización exitosa del proceso de extremo a extremo</a:t>
            </a:r>
            <a:endParaRPr lang="es-ES" sz="28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855002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98BE7-21A2-C0BD-D73D-C0A4359BE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57BCF87-13DD-74D2-3216-E39E49DD513C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31AD6B00-5F9E-B2B4-7AC8-1DFD674E0A70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A9B0DA74-17CD-318F-875E-77CDDB6BF50E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46F87E6B-F918-7BC5-D6D9-FD03B6187F2C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0F71D4C5-7859-D609-F45D-A66851B3878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CB4FC749-6412-271B-D8D4-0FAD0213358F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0D55F5A9-91AB-1E0E-5177-9FDBBB7A06BF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D2CE8428-5938-23FD-175E-CF01B797469D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F21F2809-A134-E2FC-6B86-24FE9FEF2932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B556536A-4D29-6074-D8CA-798C75C0040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CED0099D-CB5B-B133-36C6-811900E03E2B}"/>
              </a:ext>
            </a:extLst>
          </p:cNvPr>
          <p:cNvSpPr txBox="1">
            <a:spLocks/>
          </p:cNvSpPr>
          <p:nvPr/>
        </p:nvSpPr>
        <p:spPr>
          <a:xfrm>
            <a:off x="4267200" y="1638300"/>
            <a:ext cx="8229600" cy="83808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/>
              <a:t>Proceso de calidad de datos</a:t>
            </a:r>
            <a:endParaRPr lang="es-ES" sz="400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3965F721-54F4-B3A9-9B6D-2BE0C062F8F3}"/>
              </a:ext>
            </a:extLst>
          </p:cNvPr>
          <p:cNvSpPr/>
          <p:nvPr/>
        </p:nvSpPr>
        <p:spPr>
          <a:xfrm>
            <a:off x="4321920" y="2781300"/>
            <a:ext cx="1828800" cy="36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Recolección de datos</a:t>
            </a:r>
            <a:endParaRPr lang="en-US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A642E62-1C32-8344-DC06-5DB1568D9E89}"/>
              </a:ext>
            </a:extLst>
          </p:cNvPr>
          <p:cNvSpPr/>
          <p:nvPr/>
        </p:nvSpPr>
        <p:spPr>
          <a:xfrm>
            <a:off x="9632640" y="2857620"/>
            <a:ext cx="2184480" cy="36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Carga de datos (ETL)</a:t>
            </a:r>
            <a:endParaRPr lang="en-US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D1C67D8C-7036-3CB3-274B-F36C39512335}"/>
              </a:ext>
            </a:extLst>
          </p:cNvPr>
          <p:cNvSpPr/>
          <p:nvPr/>
        </p:nvSpPr>
        <p:spPr>
          <a:xfrm>
            <a:off x="5124720" y="3619380"/>
            <a:ext cx="5798520" cy="36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Depuración de datos – perfilado de datos, validar restricciones de datos</a:t>
            </a:r>
            <a:endParaRPr lang="en-US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5ACBCE5E-7146-C585-6D7C-041BDE9FE028}"/>
              </a:ext>
            </a:extLst>
          </p:cNvPr>
          <p:cNvSpPr/>
          <p:nvPr/>
        </p:nvSpPr>
        <p:spPr>
          <a:xfrm>
            <a:off x="5044080" y="4229220"/>
            <a:ext cx="4830840" cy="36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Integración de datos – dependencias funcionales</a:t>
            </a:r>
            <a:endParaRPr lang="en-US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1FEA800F-247F-614A-6B29-752D501C2467}"/>
              </a:ext>
            </a:extLst>
          </p:cNvPr>
          <p:cNvSpPr/>
          <p:nvPr/>
        </p:nvSpPr>
        <p:spPr>
          <a:xfrm>
            <a:off x="4175400" y="4915020"/>
            <a:ext cx="3448800" cy="64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Desarrollar reglas de negocio y métricas</a:t>
            </a:r>
            <a:endParaRPr lang="en-US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– interactuar con expertos de dominio</a:t>
            </a:r>
            <a:endParaRPr lang="en-US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7C436D9A-5B45-2419-3BE3-4EC9B6D88573}"/>
              </a:ext>
            </a:extLst>
          </p:cNvPr>
          <p:cNvSpPr/>
          <p:nvPr/>
        </p:nvSpPr>
        <p:spPr>
          <a:xfrm>
            <a:off x="10212240" y="5067300"/>
            <a:ext cx="2003400" cy="36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Validar reglas de negocio</a:t>
            </a:r>
            <a:endParaRPr lang="en-US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A0A71C88-119D-C45F-896D-38F4AB743A6D}"/>
              </a:ext>
            </a:extLst>
          </p:cNvPr>
          <p:cNvSpPr/>
          <p:nvPr/>
        </p:nvSpPr>
        <p:spPr>
          <a:xfrm>
            <a:off x="5051640" y="5981700"/>
            <a:ext cx="2085480" cy="36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Estabilizar reglas de negocio</a:t>
            </a:r>
            <a:endParaRPr lang="en-US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8A386043-5F7E-03C3-16D6-5D8F4DD9CB59}"/>
              </a:ext>
            </a:extLst>
          </p:cNvPr>
          <p:cNvSpPr/>
          <p:nvPr/>
        </p:nvSpPr>
        <p:spPr>
          <a:xfrm>
            <a:off x="8999040" y="5981700"/>
            <a:ext cx="1810080" cy="36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Verificar reglas de negocio</a:t>
            </a:r>
            <a:endParaRPr lang="en-US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73F5B29F-90B3-BC3C-3D0F-5DAD4C786221}"/>
              </a:ext>
            </a:extLst>
          </p:cNvPr>
          <p:cNvSpPr/>
          <p:nvPr/>
        </p:nvSpPr>
        <p:spPr>
          <a:xfrm>
            <a:off x="4355400" y="7353300"/>
            <a:ext cx="2217240" cy="36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Verificación de calidad de datos</a:t>
            </a:r>
            <a:endParaRPr lang="en-US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23D53D9A-2C00-9446-3330-A72C6964BC39}"/>
              </a:ext>
            </a:extLst>
          </p:cNvPr>
          <p:cNvSpPr/>
          <p:nvPr/>
        </p:nvSpPr>
        <p:spPr>
          <a:xfrm>
            <a:off x="9066360" y="7124700"/>
            <a:ext cx="2405880" cy="91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Recomendaciones</a:t>
            </a:r>
            <a:endParaRPr lang="en-US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Cuantificar resultados</a:t>
            </a:r>
            <a:endParaRPr lang="en-US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Resumir aprendizajes</a:t>
            </a:r>
            <a:endParaRPr lang="en-US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F839BF5D-428C-8FF0-8FC6-B6EA6BB268E9}"/>
              </a:ext>
            </a:extLst>
          </p:cNvPr>
          <p:cNvSpPr/>
          <p:nvPr/>
        </p:nvSpPr>
        <p:spPr>
          <a:xfrm>
            <a:off x="3885960" y="4838700"/>
            <a:ext cx="8763120" cy="914400"/>
          </a:xfrm>
          <a:prstGeom prst="rect">
            <a:avLst/>
          </a:prstGeom>
          <a:noFill/>
          <a:ln w="936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ctr">
            <a:noAutofit/>
          </a:bodyPr>
          <a:lstStyle/>
          <a:p>
            <a:endParaRPr lang="en-US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Conector recto 23">
            <a:extLst>
              <a:ext uri="{FF2B5EF4-FFF2-40B4-BE49-F238E27FC236}">
                <a16:creationId xmlns:a16="http://schemas.microsoft.com/office/drawing/2014/main" id="{B213F188-701C-6ECC-163A-3D0ECB74D01C}"/>
              </a:ext>
            </a:extLst>
          </p:cNvPr>
          <p:cNvSpPr/>
          <p:nvPr/>
        </p:nvSpPr>
        <p:spPr>
          <a:xfrm>
            <a:off x="8077080" y="5219580"/>
            <a:ext cx="1676520" cy="0"/>
          </a:xfrm>
          <a:prstGeom prst="line">
            <a:avLst/>
          </a:prstGeom>
          <a:ln w="9360">
            <a:solidFill>
              <a:srgbClr val="000000"/>
            </a:solidFill>
            <a:miter/>
            <a:headEnd type="triangl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6800" rIns="90000" bIns="-46800" anchor="t">
            <a:noAutofit/>
          </a:bodyPr>
          <a:lstStyle/>
          <a:p>
            <a:endParaRPr lang="en-US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Conector recto 24">
            <a:extLst>
              <a:ext uri="{FF2B5EF4-FFF2-40B4-BE49-F238E27FC236}">
                <a16:creationId xmlns:a16="http://schemas.microsoft.com/office/drawing/2014/main" id="{D71D2EA3-EFCC-EFB3-FE08-97FFC7386D0A}"/>
              </a:ext>
            </a:extLst>
          </p:cNvPr>
          <p:cNvSpPr/>
          <p:nvPr/>
        </p:nvSpPr>
        <p:spPr>
          <a:xfrm>
            <a:off x="7162680" y="3009900"/>
            <a:ext cx="2133720" cy="0"/>
          </a:xfrm>
          <a:prstGeom prst="line">
            <a:avLst/>
          </a:prstGeom>
          <a:ln w="9360">
            <a:solidFill>
              <a:srgbClr val="000000"/>
            </a:solidFill>
            <a:miter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6800" rIns="90000" bIns="-46800" anchor="t">
            <a:noAutofit/>
          </a:bodyPr>
          <a:lstStyle/>
          <a:p>
            <a:endParaRPr lang="en-US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Conector recto 25">
            <a:extLst>
              <a:ext uri="{FF2B5EF4-FFF2-40B4-BE49-F238E27FC236}">
                <a16:creationId xmlns:a16="http://schemas.microsoft.com/office/drawing/2014/main" id="{DFC82659-5BA3-0218-D2A4-66894B024541}"/>
              </a:ext>
            </a:extLst>
          </p:cNvPr>
          <p:cNvSpPr/>
          <p:nvPr/>
        </p:nvSpPr>
        <p:spPr>
          <a:xfrm>
            <a:off x="10286760" y="3238500"/>
            <a:ext cx="0" cy="380880"/>
          </a:xfrm>
          <a:prstGeom prst="line">
            <a:avLst/>
          </a:prstGeom>
          <a:ln w="9360">
            <a:solidFill>
              <a:srgbClr val="000000"/>
            </a:solidFill>
            <a:miter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endParaRPr lang="en-US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Conector recto 26">
            <a:extLst>
              <a:ext uri="{FF2B5EF4-FFF2-40B4-BE49-F238E27FC236}">
                <a16:creationId xmlns:a16="http://schemas.microsoft.com/office/drawing/2014/main" id="{067446B1-E7AA-8DD2-AF91-AD3A5D8DF2A6}"/>
              </a:ext>
            </a:extLst>
          </p:cNvPr>
          <p:cNvSpPr/>
          <p:nvPr/>
        </p:nvSpPr>
        <p:spPr>
          <a:xfrm>
            <a:off x="7924800" y="4000620"/>
            <a:ext cx="0" cy="304560"/>
          </a:xfrm>
          <a:prstGeom prst="line">
            <a:avLst/>
          </a:prstGeom>
          <a:ln w="9360">
            <a:solidFill>
              <a:srgbClr val="000000"/>
            </a:solidFill>
            <a:miter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endParaRPr lang="en-US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Conector recto 27">
            <a:extLst>
              <a:ext uri="{FF2B5EF4-FFF2-40B4-BE49-F238E27FC236}">
                <a16:creationId xmlns:a16="http://schemas.microsoft.com/office/drawing/2014/main" id="{576DC8B0-D6D7-13EC-1183-001E1780A0B3}"/>
              </a:ext>
            </a:extLst>
          </p:cNvPr>
          <p:cNvSpPr/>
          <p:nvPr/>
        </p:nvSpPr>
        <p:spPr>
          <a:xfrm>
            <a:off x="7924800" y="4686420"/>
            <a:ext cx="0" cy="75960"/>
          </a:xfrm>
          <a:prstGeom prst="line">
            <a:avLst/>
          </a:prstGeom>
          <a:ln w="9360">
            <a:solidFill>
              <a:srgbClr val="000000"/>
            </a:solidFill>
            <a:miter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9160" rIns="90000" bIns="29160" anchor="t">
            <a:noAutofit/>
          </a:bodyPr>
          <a:lstStyle/>
          <a:p>
            <a:endParaRPr lang="en-US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Conector recto 28">
            <a:extLst>
              <a:ext uri="{FF2B5EF4-FFF2-40B4-BE49-F238E27FC236}">
                <a16:creationId xmlns:a16="http://schemas.microsoft.com/office/drawing/2014/main" id="{183CC1EA-6E90-ECAB-1F82-C314A42C7DED}"/>
              </a:ext>
            </a:extLst>
          </p:cNvPr>
          <p:cNvSpPr/>
          <p:nvPr/>
        </p:nvSpPr>
        <p:spPr>
          <a:xfrm>
            <a:off x="5714760" y="5829420"/>
            <a:ext cx="0" cy="152280"/>
          </a:xfrm>
          <a:prstGeom prst="line">
            <a:avLst/>
          </a:prstGeom>
          <a:ln w="9360">
            <a:solidFill>
              <a:srgbClr val="000000"/>
            </a:solidFill>
            <a:miter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endParaRPr lang="en-US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Conector recto 29">
            <a:extLst>
              <a:ext uri="{FF2B5EF4-FFF2-40B4-BE49-F238E27FC236}">
                <a16:creationId xmlns:a16="http://schemas.microsoft.com/office/drawing/2014/main" id="{1CF43A63-4430-6EF9-E977-B81D9C5E93C0}"/>
              </a:ext>
            </a:extLst>
          </p:cNvPr>
          <p:cNvSpPr/>
          <p:nvPr/>
        </p:nvSpPr>
        <p:spPr>
          <a:xfrm>
            <a:off x="7694760" y="6134100"/>
            <a:ext cx="1371600" cy="0"/>
          </a:xfrm>
          <a:prstGeom prst="line">
            <a:avLst/>
          </a:prstGeom>
          <a:ln w="9360">
            <a:solidFill>
              <a:srgbClr val="000000"/>
            </a:solidFill>
            <a:miter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6800" rIns="90000" bIns="-46800" anchor="t">
            <a:noAutofit/>
          </a:bodyPr>
          <a:lstStyle/>
          <a:p>
            <a:endParaRPr lang="en-US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Conector recto 30">
            <a:extLst>
              <a:ext uri="{FF2B5EF4-FFF2-40B4-BE49-F238E27FC236}">
                <a16:creationId xmlns:a16="http://schemas.microsoft.com/office/drawing/2014/main" id="{38366E6F-5456-CE1C-8244-C4C843F94C03}"/>
              </a:ext>
            </a:extLst>
          </p:cNvPr>
          <p:cNvSpPr/>
          <p:nvPr/>
        </p:nvSpPr>
        <p:spPr>
          <a:xfrm flipH="1">
            <a:off x="7010400" y="6362580"/>
            <a:ext cx="1752480" cy="838440"/>
          </a:xfrm>
          <a:prstGeom prst="line">
            <a:avLst/>
          </a:prstGeom>
          <a:ln w="9360">
            <a:solidFill>
              <a:srgbClr val="000000"/>
            </a:solidFill>
            <a:miter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endParaRPr lang="en-US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Conector recto 31">
            <a:extLst>
              <a:ext uri="{FF2B5EF4-FFF2-40B4-BE49-F238E27FC236}">
                <a16:creationId xmlns:a16="http://schemas.microsoft.com/office/drawing/2014/main" id="{0AE768AA-15ED-BC3A-788E-C52BA6F96688}"/>
              </a:ext>
            </a:extLst>
          </p:cNvPr>
          <p:cNvSpPr/>
          <p:nvPr/>
        </p:nvSpPr>
        <p:spPr>
          <a:xfrm>
            <a:off x="9905880" y="6438900"/>
            <a:ext cx="0" cy="304920"/>
          </a:xfrm>
          <a:prstGeom prst="line">
            <a:avLst/>
          </a:prstGeom>
          <a:ln w="9360">
            <a:solidFill>
              <a:srgbClr val="000000"/>
            </a:solidFill>
            <a:miter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endParaRPr lang="en-US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Conector recto 32">
            <a:extLst>
              <a:ext uri="{FF2B5EF4-FFF2-40B4-BE49-F238E27FC236}">
                <a16:creationId xmlns:a16="http://schemas.microsoft.com/office/drawing/2014/main" id="{4ABBABA7-B533-3DF1-5D5B-2A9F03BC4345}"/>
              </a:ext>
            </a:extLst>
          </p:cNvPr>
          <p:cNvSpPr/>
          <p:nvPr/>
        </p:nvSpPr>
        <p:spPr>
          <a:xfrm flipV="1">
            <a:off x="4648080" y="5905020"/>
            <a:ext cx="0" cy="1295640"/>
          </a:xfrm>
          <a:prstGeom prst="line">
            <a:avLst/>
          </a:prstGeom>
          <a:ln w="9360">
            <a:solidFill>
              <a:srgbClr val="000000"/>
            </a:solidFill>
            <a:miter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endParaRPr lang="en-US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Conector recto 33">
            <a:extLst>
              <a:ext uri="{FF2B5EF4-FFF2-40B4-BE49-F238E27FC236}">
                <a16:creationId xmlns:a16="http://schemas.microsoft.com/office/drawing/2014/main" id="{E7199EF4-A1D5-005E-16BE-BB27052E785F}"/>
              </a:ext>
            </a:extLst>
          </p:cNvPr>
          <p:cNvSpPr/>
          <p:nvPr/>
        </p:nvSpPr>
        <p:spPr>
          <a:xfrm flipV="1">
            <a:off x="4419480" y="5753100"/>
            <a:ext cx="0" cy="1447920"/>
          </a:xfrm>
          <a:prstGeom prst="line">
            <a:avLst/>
          </a:prstGeom>
          <a:ln w="936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endParaRPr lang="en-US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Conector recto 34">
            <a:extLst>
              <a:ext uri="{FF2B5EF4-FFF2-40B4-BE49-F238E27FC236}">
                <a16:creationId xmlns:a16="http://schemas.microsoft.com/office/drawing/2014/main" id="{3104825E-8519-22F4-0024-C77AACBE0B4B}"/>
              </a:ext>
            </a:extLst>
          </p:cNvPr>
          <p:cNvSpPr/>
          <p:nvPr/>
        </p:nvSpPr>
        <p:spPr>
          <a:xfrm flipV="1">
            <a:off x="4419480" y="3238140"/>
            <a:ext cx="0" cy="1600200"/>
          </a:xfrm>
          <a:prstGeom prst="line">
            <a:avLst/>
          </a:prstGeom>
          <a:ln w="9360">
            <a:solidFill>
              <a:srgbClr val="000000"/>
            </a:solidFill>
            <a:miter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endParaRPr lang="en-US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Elipse 35">
            <a:extLst>
              <a:ext uri="{FF2B5EF4-FFF2-40B4-BE49-F238E27FC236}">
                <a16:creationId xmlns:a16="http://schemas.microsoft.com/office/drawing/2014/main" id="{AC5533B3-2826-A769-078D-E4CD8D4E8D8D}"/>
              </a:ext>
            </a:extLst>
          </p:cNvPr>
          <p:cNvSpPr/>
          <p:nvPr/>
        </p:nvSpPr>
        <p:spPr>
          <a:xfrm>
            <a:off x="8762880" y="6896100"/>
            <a:ext cx="2971800" cy="1371600"/>
          </a:xfrm>
          <a:prstGeom prst="ellipse">
            <a:avLst/>
          </a:prstGeom>
          <a:noFill/>
          <a:ln w="936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ctr">
            <a:noAutofit/>
          </a:bodyPr>
          <a:lstStyle/>
          <a:p>
            <a:endParaRPr lang="en-US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701808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BE3CE-DCA4-EE6F-BE04-BF0E0230E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>
            <a:extLst>
              <a:ext uri="{FF2B5EF4-FFF2-40B4-BE49-F238E27FC236}">
                <a16:creationId xmlns:a16="http://schemas.microsoft.com/office/drawing/2014/main" id="{7EED3663-E842-2A9F-03F1-F39144459E6C}"/>
              </a:ext>
            </a:extLst>
          </p:cNvPr>
          <p:cNvGrpSpPr/>
          <p:nvPr/>
        </p:nvGrpSpPr>
        <p:grpSpPr>
          <a:xfrm rot="-10800000">
            <a:off x="10392303" y="0"/>
            <a:ext cx="7895697" cy="10287000"/>
            <a:chOff x="0" y="0"/>
            <a:chExt cx="2079525" cy="2709333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220DEB36-5B83-64F7-0D43-420EF33B0303}"/>
                </a:ext>
              </a:extLst>
            </p:cNvPr>
            <p:cNvSpPr/>
            <p:nvPr/>
          </p:nvSpPr>
          <p:spPr>
            <a:xfrm>
              <a:off x="0" y="0"/>
              <a:ext cx="2079525" cy="2709333"/>
            </a:xfrm>
            <a:custGeom>
              <a:avLst/>
              <a:gdLst/>
              <a:ahLst/>
              <a:cxnLst/>
              <a:rect l="l" t="t" r="r" b="b"/>
              <a:pathLst>
                <a:path w="2079525" h="2709333">
                  <a:moveTo>
                    <a:pt x="0" y="0"/>
                  </a:moveTo>
                  <a:lnTo>
                    <a:pt x="2079525" y="0"/>
                  </a:lnTo>
                  <a:lnTo>
                    <a:pt x="2079525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4FDD3139-9E81-7CF1-0BF8-1AAFDB7B2F90}"/>
                </a:ext>
              </a:extLst>
            </p:cNvPr>
            <p:cNvSpPr txBox="1"/>
            <p:nvPr/>
          </p:nvSpPr>
          <p:spPr>
            <a:xfrm>
              <a:off x="0" y="-38100"/>
              <a:ext cx="2079525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>
            <a:extLst>
              <a:ext uri="{FF2B5EF4-FFF2-40B4-BE49-F238E27FC236}">
                <a16:creationId xmlns:a16="http://schemas.microsoft.com/office/drawing/2014/main" id="{7E7AC941-6FF5-2809-CC01-4B91C5592590}"/>
              </a:ext>
            </a:extLst>
          </p:cNvPr>
          <p:cNvSpPr/>
          <p:nvPr/>
        </p:nvSpPr>
        <p:spPr>
          <a:xfrm>
            <a:off x="9562641" y="4953536"/>
            <a:ext cx="4777510" cy="4687932"/>
          </a:xfrm>
          <a:custGeom>
            <a:avLst/>
            <a:gdLst/>
            <a:ahLst/>
            <a:cxnLst/>
            <a:rect l="l" t="t" r="r" b="b"/>
            <a:pathLst>
              <a:path w="4777510" h="4687932">
                <a:moveTo>
                  <a:pt x="0" y="0"/>
                </a:moveTo>
                <a:lnTo>
                  <a:pt x="4777511" y="0"/>
                </a:lnTo>
                <a:lnTo>
                  <a:pt x="4777511" y="4687932"/>
                </a:lnTo>
                <a:lnTo>
                  <a:pt x="0" y="468793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FF6F8864-712D-BF54-EA06-9FD6A599CF0E}"/>
              </a:ext>
            </a:extLst>
          </p:cNvPr>
          <p:cNvSpPr/>
          <p:nvPr/>
        </p:nvSpPr>
        <p:spPr>
          <a:xfrm rot="-10800000">
            <a:off x="14340152" y="455568"/>
            <a:ext cx="4777510" cy="4687932"/>
          </a:xfrm>
          <a:custGeom>
            <a:avLst/>
            <a:gdLst/>
            <a:ahLst/>
            <a:cxnLst/>
            <a:rect l="l" t="t" r="r" b="b"/>
            <a:pathLst>
              <a:path w="4777510" h="4687932">
                <a:moveTo>
                  <a:pt x="0" y="0"/>
                </a:moveTo>
                <a:lnTo>
                  <a:pt x="4777510" y="0"/>
                </a:lnTo>
                <a:lnTo>
                  <a:pt x="4777510" y="4687932"/>
                </a:lnTo>
                <a:lnTo>
                  <a:pt x="0" y="468793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8" name="Group 8">
            <a:extLst>
              <a:ext uri="{FF2B5EF4-FFF2-40B4-BE49-F238E27FC236}">
                <a16:creationId xmlns:a16="http://schemas.microsoft.com/office/drawing/2014/main" id="{8DB28394-DAB0-057D-B1DD-C379B98EEE12}"/>
              </a:ext>
            </a:extLst>
          </p:cNvPr>
          <p:cNvGrpSpPr/>
          <p:nvPr/>
        </p:nvGrpSpPr>
        <p:grpSpPr>
          <a:xfrm rot="1460314">
            <a:off x="10661875" y="4518938"/>
            <a:ext cx="7356554" cy="1249125"/>
            <a:chOff x="0" y="0"/>
            <a:chExt cx="1937529" cy="328988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8C4F5E65-2BEF-BB9E-7535-A419A4DE5370}"/>
                </a:ext>
              </a:extLst>
            </p:cNvPr>
            <p:cNvSpPr/>
            <p:nvPr/>
          </p:nvSpPr>
          <p:spPr>
            <a:xfrm>
              <a:off x="0" y="0"/>
              <a:ext cx="1937528" cy="328988"/>
            </a:xfrm>
            <a:custGeom>
              <a:avLst/>
              <a:gdLst/>
              <a:ahLst/>
              <a:cxnLst/>
              <a:rect l="l" t="t" r="r" b="b"/>
              <a:pathLst>
                <a:path w="1937528" h="328988">
                  <a:moveTo>
                    <a:pt x="105238" y="0"/>
                  </a:moveTo>
                  <a:lnTo>
                    <a:pt x="1832290" y="0"/>
                  </a:lnTo>
                  <a:cubicBezTo>
                    <a:pt x="1860201" y="0"/>
                    <a:pt x="1886969" y="11088"/>
                    <a:pt x="1906705" y="30824"/>
                  </a:cubicBezTo>
                  <a:cubicBezTo>
                    <a:pt x="1926441" y="50560"/>
                    <a:pt x="1937528" y="77327"/>
                    <a:pt x="1937528" y="105238"/>
                  </a:cubicBezTo>
                  <a:lnTo>
                    <a:pt x="1937528" y="223749"/>
                  </a:lnTo>
                  <a:cubicBezTo>
                    <a:pt x="1937528" y="281871"/>
                    <a:pt x="1890412" y="328988"/>
                    <a:pt x="1832290" y="328988"/>
                  </a:cubicBezTo>
                  <a:lnTo>
                    <a:pt x="105238" y="328988"/>
                  </a:lnTo>
                  <a:cubicBezTo>
                    <a:pt x="77327" y="328988"/>
                    <a:pt x="50560" y="317900"/>
                    <a:pt x="30824" y="298164"/>
                  </a:cubicBezTo>
                  <a:cubicBezTo>
                    <a:pt x="11088" y="278428"/>
                    <a:pt x="0" y="251660"/>
                    <a:pt x="0" y="223749"/>
                  </a:cubicBezTo>
                  <a:lnTo>
                    <a:pt x="0" y="105238"/>
                  </a:lnTo>
                  <a:cubicBezTo>
                    <a:pt x="0" y="47117"/>
                    <a:pt x="47117" y="0"/>
                    <a:pt x="105238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O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51530847-4630-31CD-A11C-1B9382928938}"/>
                </a:ext>
              </a:extLst>
            </p:cNvPr>
            <p:cNvSpPr txBox="1"/>
            <p:nvPr/>
          </p:nvSpPr>
          <p:spPr>
            <a:xfrm>
              <a:off x="0" y="-38100"/>
              <a:ext cx="1937529" cy="36708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337F553B-BEA7-FBE2-CED8-BBAD21DC6782}"/>
              </a:ext>
            </a:extLst>
          </p:cNvPr>
          <p:cNvGrpSpPr/>
          <p:nvPr/>
        </p:nvGrpSpPr>
        <p:grpSpPr>
          <a:xfrm rot="-10800000">
            <a:off x="-536257" y="9574006"/>
            <a:ext cx="8704391" cy="134923"/>
            <a:chOff x="0" y="0"/>
            <a:chExt cx="2292514" cy="35535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D3E77EEB-C381-7C24-6AE3-DD7AC94CB2E3}"/>
                </a:ext>
              </a:extLst>
            </p:cNvPr>
            <p:cNvSpPr/>
            <p:nvPr/>
          </p:nvSpPr>
          <p:spPr>
            <a:xfrm>
              <a:off x="0" y="0"/>
              <a:ext cx="2292515" cy="35535"/>
            </a:xfrm>
            <a:custGeom>
              <a:avLst/>
              <a:gdLst/>
              <a:ahLst/>
              <a:cxnLst/>
              <a:rect l="l" t="t" r="r" b="b"/>
              <a:pathLst>
                <a:path w="2292515" h="35535">
                  <a:moveTo>
                    <a:pt x="17768" y="0"/>
                  </a:moveTo>
                  <a:lnTo>
                    <a:pt x="2274747" y="0"/>
                  </a:lnTo>
                  <a:cubicBezTo>
                    <a:pt x="2284560" y="0"/>
                    <a:pt x="2292515" y="7955"/>
                    <a:pt x="2292515" y="17768"/>
                  </a:cubicBezTo>
                  <a:lnTo>
                    <a:pt x="2292515" y="17768"/>
                  </a:lnTo>
                  <a:cubicBezTo>
                    <a:pt x="2292515" y="22480"/>
                    <a:pt x="2290643" y="26999"/>
                    <a:pt x="2287311" y="30331"/>
                  </a:cubicBezTo>
                  <a:cubicBezTo>
                    <a:pt x="2283978" y="33663"/>
                    <a:pt x="2279459" y="35535"/>
                    <a:pt x="2274747" y="35535"/>
                  </a:cubicBezTo>
                  <a:lnTo>
                    <a:pt x="17768" y="35535"/>
                  </a:lnTo>
                  <a:cubicBezTo>
                    <a:pt x="13055" y="35535"/>
                    <a:pt x="8536" y="33663"/>
                    <a:pt x="5204" y="30331"/>
                  </a:cubicBezTo>
                  <a:cubicBezTo>
                    <a:pt x="1872" y="26999"/>
                    <a:pt x="0" y="22480"/>
                    <a:pt x="0" y="17768"/>
                  </a:cubicBezTo>
                  <a:lnTo>
                    <a:pt x="0" y="17768"/>
                  </a:lnTo>
                  <a:cubicBezTo>
                    <a:pt x="0" y="13055"/>
                    <a:pt x="1872" y="8536"/>
                    <a:pt x="5204" y="5204"/>
                  </a:cubicBezTo>
                  <a:cubicBezTo>
                    <a:pt x="8536" y="1872"/>
                    <a:pt x="13055" y="0"/>
                    <a:pt x="17768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51D51362-7994-189B-31A2-B9840B840647}"/>
                </a:ext>
              </a:extLst>
            </p:cNvPr>
            <p:cNvSpPr txBox="1"/>
            <p:nvPr/>
          </p:nvSpPr>
          <p:spPr>
            <a:xfrm>
              <a:off x="0" y="-38100"/>
              <a:ext cx="2292514" cy="736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5" name="TextBox 15">
            <a:extLst>
              <a:ext uri="{FF2B5EF4-FFF2-40B4-BE49-F238E27FC236}">
                <a16:creationId xmlns:a16="http://schemas.microsoft.com/office/drawing/2014/main" id="{6E05A535-D50D-9E42-EAC4-1AADEC2E2C70}"/>
              </a:ext>
            </a:extLst>
          </p:cNvPr>
          <p:cNvSpPr txBox="1"/>
          <p:nvPr/>
        </p:nvSpPr>
        <p:spPr>
          <a:xfrm>
            <a:off x="958498" y="4953536"/>
            <a:ext cx="8321721" cy="6771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CO" sz="4400" dirty="0"/>
              <a:t>Herramientas técnicas</a:t>
            </a:r>
            <a:endParaRPr lang="es-CO" sz="80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66642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61F20-603B-A87D-E730-CD147E0FC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EB32AE3-9C0D-D27E-4238-321B814B7BE1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6C67C980-4F8F-5512-C66C-D0FB4F416E07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0EB4848A-C31F-14BF-FE4D-5BC20D234F43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216A1F90-6CFC-81F0-B190-2E57A0736C2B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3A128EC7-7441-F641-F115-FE5A9C05F99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ADC446F6-1F2E-15EB-3667-6BDEE39CEDE4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A669FCBD-BFE9-3390-661E-EFB272222F4D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2950D05C-EC49-D802-127C-36E68E8C09B2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968C22C7-252A-6D3F-E741-30A9424C735D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FB446195-7ABF-CAB5-A40E-1E9566A84DE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37AD83BB-63EC-0C77-2496-01E31918E9BD}"/>
              </a:ext>
            </a:extLst>
          </p:cNvPr>
          <p:cNvSpPr txBox="1">
            <a:spLocks/>
          </p:cNvSpPr>
          <p:nvPr/>
        </p:nvSpPr>
        <p:spPr>
          <a:xfrm>
            <a:off x="4287391" y="484044"/>
            <a:ext cx="8229600" cy="7920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CO" dirty="0"/>
              <a:t>Enfoques técnicos</a:t>
            </a:r>
            <a:endParaRPr lang="es-CO" sz="40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9F0A4C96-DAC0-2F57-691B-FC304BF9ECF1}"/>
              </a:ext>
            </a:extLst>
          </p:cNvPr>
          <p:cNvSpPr txBox="1">
            <a:spLocks/>
          </p:cNvSpPr>
          <p:nvPr/>
        </p:nvSpPr>
        <p:spPr>
          <a:xfrm>
            <a:off x="679241" y="1790700"/>
            <a:ext cx="14630400" cy="90299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100" dirty="0"/>
              <a:t>Necesitamos un enfoque multidisciplinario para atacar problemas de calidad de datos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Ningún enfoque resuelve todos los problemas</a:t>
            </a:r>
            <a:endParaRPr lang="es-ES" sz="31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00"/>
              </a:spcBef>
              <a:buClr>
                <a:srgbClr val="0000FF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100" dirty="0"/>
              <a:t>Gestión de procesos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Asegurar procedimientos adecuados</a:t>
            </a:r>
            <a:endParaRPr lang="es-ES" sz="31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00"/>
              </a:spcBef>
              <a:buClr>
                <a:srgbClr val="0000FF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100" dirty="0"/>
              <a:t>Estadística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Enfocarse en el análisis: encontrar y reparar anomalías en los datos.</a:t>
            </a:r>
            <a:endParaRPr lang="es-ES" sz="31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00"/>
              </a:spcBef>
              <a:buClr>
                <a:srgbClr val="0000FF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100" dirty="0"/>
              <a:t>Base de datos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Enfocarse en relaciones: asegurar consistencia.</a:t>
            </a:r>
            <a:endParaRPr lang="es-ES" sz="31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00"/>
              </a:spcBef>
              <a:buClr>
                <a:srgbClr val="0000FF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100" dirty="0"/>
              <a:t>Metadatos / experiencia de dominio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¿Qué significa? Interpretación</a:t>
            </a:r>
            <a:endParaRPr lang="es-ES" sz="3100" dirty="0">
              <a:solidFill>
                <a:srgbClr val="000000"/>
              </a:solidFill>
              <a:latin typeface="Arial"/>
            </a:endParaRPr>
          </a:p>
          <a:p>
            <a:pPr marL="343080" indent="0">
              <a:spcBef>
                <a:spcPts val="601"/>
              </a:spcBef>
              <a:buFont typeface="Arial" pitchFamily="34" charset="0"/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s-ES" sz="24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865769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8A824-476B-DB40-49B3-B9ABFEFD6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FF155BA1-9621-EA31-713F-38756B2F7206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66F1316A-A96A-D409-5ECD-98B6CA20E124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05351604-5650-7FEF-1546-A28F2305B32D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FBCC01C7-A8EE-8637-050A-5622EBAD9DC2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205517C7-577A-CE7E-6A3A-565547FCED9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9253C65E-7474-6703-86BF-DE5DDE0BFE38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373F4764-A151-5809-4BB1-65622084C2E1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2F82AA88-377D-3D82-86C1-ACFBAACB073D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D36AE1DB-8D70-7C3F-8D23-99BBC8C1AE60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55BB1779-E0CB-467C-1447-5185F5C5F15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F7B193E4-5AB0-5AF9-43AE-055702299EC4}"/>
              </a:ext>
            </a:extLst>
          </p:cNvPr>
          <p:cNvSpPr txBox="1">
            <a:spLocks/>
          </p:cNvSpPr>
          <p:nvPr/>
        </p:nvSpPr>
        <p:spPr>
          <a:xfrm>
            <a:off x="4267200" y="619028"/>
            <a:ext cx="8229600" cy="7920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CO"/>
              <a:t>Gestión de procesos</a:t>
            </a:r>
            <a:endParaRPr lang="es-CO" sz="400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33EEB876-096D-1D4D-453C-3DB9A96DFC0F}"/>
              </a:ext>
            </a:extLst>
          </p:cNvPr>
          <p:cNvSpPr txBox="1">
            <a:spLocks/>
          </p:cNvSpPr>
          <p:nvPr/>
        </p:nvSpPr>
        <p:spPr>
          <a:xfrm>
            <a:off x="990600" y="2171700"/>
            <a:ext cx="13792200" cy="849666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lnSpc>
                <a:spcPct val="9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100" dirty="0"/>
              <a:t>Procesos de negocio que fomentan la calidad de datos.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Asignar pesos a problemas de calidad</a:t>
            </a:r>
            <a:endParaRPr lang="es-ES" sz="31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Estandarización de contenido y formatos</a:t>
            </a:r>
            <a:endParaRPr lang="es-ES" sz="31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Ingresar los datos una vez, ingresarlos correctamente (incentivos para ventas, atención al cliente)</a:t>
            </a:r>
            <a:endParaRPr lang="es-ES" sz="31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Automatización</a:t>
            </a:r>
            <a:endParaRPr lang="es-ES" sz="31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Asignar responsabilidad: data </a:t>
            </a:r>
            <a:r>
              <a:rPr lang="es-ES" sz="3600" dirty="0" err="1"/>
              <a:t>stewards</a:t>
            </a:r>
            <a:endParaRPr lang="es-ES" sz="31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Auditorías y revisiones de extremo a extremo</a:t>
            </a:r>
            <a:endParaRPr lang="es-ES" sz="3100" dirty="0">
              <a:solidFill>
                <a:srgbClr val="000000"/>
              </a:solidFill>
              <a:latin typeface="Arial"/>
            </a:endParaRPr>
          </a:p>
          <a:p>
            <a:pPr lvl="2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100" dirty="0"/>
              <a:t>Transiciones entre organizaciones.</a:t>
            </a:r>
            <a:endParaRPr lang="es-ES" sz="31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601"/>
              </a:spcBef>
              <a:buClr>
                <a:srgbClr val="0000FF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Monitoreo de datos</a:t>
            </a:r>
            <a:endParaRPr lang="es-ES" sz="31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601"/>
              </a:spcBef>
              <a:buClr>
                <a:srgbClr val="0000FF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Publicación de datos</a:t>
            </a:r>
            <a:endParaRPr lang="es-ES" sz="31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601"/>
              </a:spcBef>
              <a:buClr>
                <a:srgbClr val="0000FF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Bucles de retroalimentación</a:t>
            </a:r>
            <a:endParaRPr lang="es-ES" sz="3100" dirty="0">
              <a:solidFill>
                <a:srgbClr val="000000"/>
              </a:solidFill>
              <a:latin typeface="Arial"/>
            </a:endParaRPr>
          </a:p>
          <a:p>
            <a:pPr marL="343080" indent="0">
              <a:lnSpc>
                <a:spcPct val="90000"/>
              </a:lnSpc>
              <a:spcBef>
                <a:spcPts val="601"/>
              </a:spcBef>
              <a:buFont typeface="Arial" pitchFamily="34" charset="0"/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s-ES" sz="24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138529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526DB-C88C-A90F-F146-947739DAA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E78077E-1B19-D073-FB4A-223A9DC232E5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F351BDE9-512C-CC19-E04C-04A2707E8C65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81F6F5BA-5A09-AAEE-7A22-BEBFC13F215E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68E9CD09-59FB-5E54-CA3E-30F7ABCA5F8D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B77CBD27-9A60-CADA-8066-D32F5B052FC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13BB8EE0-76DB-04D7-CF3B-8EA16C308B47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9029F06F-EA32-5CA3-7C85-2B8627DF11F1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07035997-BAA4-949C-28E1-BA28B3C94ECF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5EEF0B99-B303-917C-6925-84F29A5ADAB4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BA76265B-0B43-EAC2-B8EA-5CBC91DF2EA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96363458-7FC9-8574-B170-37E3307E6AB5}"/>
              </a:ext>
            </a:extLst>
          </p:cNvPr>
          <p:cNvSpPr txBox="1">
            <a:spLocks/>
          </p:cNvSpPr>
          <p:nvPr/>
        </p:nvSpPr>
        <p:spPr>
          <a:xfrm>
            <a:off x="4343400" y="817805"/>
            <a:ext cx="8229600" cy="86832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CO" dirty="0"/>
              <a:t>Bucles de retroalimentación</a:t>
            </a:r>
            <a:endParaRPr lang="es-CO" sz="40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9C04CAEE-5F3F-CDE8-C668-2639AD3C4F66}"/>
              </a:ext>
            </a:extLst>
          </p:cNvPr>
          <p:cNvSpPr txBox="1">
            <a:spLocks/>
          </p:cNvSpPr>
          <p:nvPr/>
        </p:nvSpPr>
        <p:spPr>
          <a:xfrm>
            <a:off x="800100" y="2476500"/>
            <a:ext cx="15773400" cy="90299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Los sistemas de procesamiento de datos a menudo se piensan como sistemas de lazo abierto.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Haces tu procesamiento y luego tiras los resultados “por encima de la valla”.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Las computadoras no cometen errores, ¿verdad?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Analogía con sistemas de control: bucles de retroalimentación.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Monitorear el sistema para detectar la diferencia entre lo real y lo pretendido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Bucle de retroalimentación para corregir el comportamiento de componentes anteriores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Por supuesto, los sistemas de procesamiento de datos son mucho más complicados que los sistemas de control lineales.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7982482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7FE8E-1BED-FE39-8D19-8A0A0899B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6490254-F01B-9158-C6C7-125CC4DD1386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57E620B3-CBDC-1F7C-6443-C2D1243086E6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2AEF401E-67AA-0056-BED9-64E87896DA47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61488892-80F5-B089-7644-BF367DF7308A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825D1842-4B98-A1B3-4AFF-1F4CF28D13C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5DDE7CB4-28B4-D184-C066-743A10F8F1C3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2D5F8EB7-CD2B-2549-462D-FBA8A2B289BD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27852F6E-B225-6AFA-C4BC-99B94F74D9CD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F5B4213A-64DF-7896-36E3-1F8261CCF81C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D7D54572-A202-E296-29C0-4F39E8959B1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707FDCBB-51DE-6DE2-9E3A-25A37FF135D2}"/>
              </a:ext>
            </a:extLst>
          </p:cNvPr>
          <p:cNvSpPr txBox="1">
            <a:spLocks/>
          </p:cNvSpPr>
          <p:nvPr/>
        </p:nvSpPr>
        <p:spPr>
          <a:xfrm>
            <a:off x="4572000" y="814490"/>
            <a:ext cx="8229600" cy="7160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CO" dirty="0"/>
              <a:t>Ejemplo</a:t>
            </a:r>
            <a:endParaRPr lang="es-CO" sz="40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1A773DA1-B668-82BC-F2E8-07FC1BB1916E}"/>
              </a:ext>
            </a:extLst>
          </p:cNvPr>
          <p:cNvSpPr txBox="1">
            <a:spLocks/>
          </p:cNvSpPr>
          <p:nvPr/>
        </p:nvSpPr>
        <p:spPr>
          <a:xfrm>
            <a:off x="658769" y="2324100"/>
            <a:ext cx="16257631" cy="8963657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Ventas, aprovisionamiento y facturación para servicios de telecomunicaciones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Muchas etapas con traspasos entre organizaciones y bases de datos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Imagen simplificada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00"/>
              </a:spcBef>
              <a:buClr>
                <a:srgbClr val="0000FF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La transición entre fronteras organizacionales es una causa común de problemas.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Bucles de retroalimentación naturales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El cliente se queja si la factura es demasiado alta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Bucles de retroalimentación faltantes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No hay quejas si cobramos de menos.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58900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0C345-B409-D94F-1AF9-E0C0027F9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DD8B233-F4FF-2A10-9C5C-E4BE3B60D361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FD7EADE8-72D9-36CB-9D7A-5E3EA8B7DCED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62B681AA-837C-92FE-6F3B-478372D30C57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D5F27CA5-1989-F42A-2CAF-4C7C9B52B232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9B3A45F2-23A0-E41F-2287-79F963A0251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B6F4819D-C2CB-A820-567C-5C6DD38ECF62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A5634439-F214-27B1-578B-BDDFA62AAB24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1FE607EF-F51D-D735-ACDA-23EAA19BEE5C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C1FB39E5-F986-B463-1687-DA2D8C154BB8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A28BC237-4E8F-5C3C-D3D1-84CA42107B1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6117978C-9E4B-558E-F139-36D4D7BCEBE1}"/>
              </a:ext>
            </a:extLst>
          </p:cNvPr>
          <p:cNvSpPr txBox="1">
            <a:spLocks/>
          </p:cNvSpPr>
          <p:nvPr/>
        </p:nvSpPr>
        <p:spPr>
          <a:xfrm>
            <a:off x="4495800" y="1866900"/>
            <a:ext cx="8229600" cy="7160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CO"/>
              <a:t>Ejemplo</a:t>
            </a:r>
            <a:endParaRPr lang="es-CO" sz="400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9444136E-86FD-85C0-26E8-532FB82A5B36}"/>
              </a:ext>
            </a:extLst>
          </p:cNvPr>
          <p:cNvSpPr/>
          <p:nvPr/>
        </p:nvSpPr>
        <p:spPr>
          <a:xfrm>
            <a:off x="4802880" y="2962740"/>
            <a:ext cx="1501920" cy="45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t">
            <a:spAutoFit/>
          </a:bodyPr>
          <a:lstStyle/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Cliente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213A5674-8CE2-90CC-9430-5DE44B0E775C}"/>
              </a:ext>
            </a:extLst>
          </p:cNvPr>
          <p:cNvSpPr/>
          <p:nvPr/>
        </p:nvSpPr>
        <p:spPr>
          <a:xfrm>
            <a:off x="10746480" y="2886420"/>
            <a:ext cx="1806840" cy="45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t">
            <a:spAutoFit/>
          </a:bodyPr>
          <a:lstStyle/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Orden de venta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1B06D596-625C-60BA-B38D-150D956B7AA3}"/>
              </a:ext>
            </a:extLst>
          </p:cNvPr>
          <p:cNvSpPr/>
          <p:nvPr/>
        </p:nvSpPr>
        <p:spPr>
          <a:xfrm>
            <a:off x="4879560" y="6924900"/>
            <a:ext cx="993960" cy="45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t">
            <a:spAutoFit/>
          </a:bodyPr>
          <a:lstStyle/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Facturación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6BCDF4E3-43A4-E7F3-6FCF-57948300FFCF}"/>
              </a:ext>
            </a:extLst>
          </p:cNvPr>
          <p:cNvSpPr/>
          <p:nvPr/>
        </p:nvSpPr>
        <p:spPr>
          <a:xfrm>
            <a:off x="10155720" y="4486620"/>
            <a:ext cx="2687760" cy="82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t">
            <a:spAutoFit/>
          </a:bodyPr>
          <a:lstStyle/>
          <a:p>
            <a:pPr algn="ctr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Información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de cuenta del cliente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8563F021-DE8E-6149-E0DF-949CC2CC3204}"/>
              </a:ext>
            </a:extLst>
          </p:cNvPr>
          <p:cNvSpPr/>
          <p:nvPr/>
        </p:nvSpPr>
        <p:spPr>
          <a:xfrm>
            <a:off x="10807680" y="6936060"/>
            <a:ext cx="1841040" cy="45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t">
            <a:spAutoFit/>
          </a:bodyPr>
          <a:lstStyle/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Aprovisionamiento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07E8D684-FBD3-90E3-AE4D-679B8A13B663}"/>
              </a:ext>
            </a:extLst>
          </p:cNvPr>
          <p:cNvSpPr/>
          <p:nvPr/>
        </p:nvSpPr>
        <p:spPr>
          <a:xfrm>
            <a:off x="7380840" y="4385100"/>
            <a:ext cx="1501920" cy="82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t">
            <a:spAutoFit/>
          </a:bodyPr>
          <a:lstStyle/>
          <a:p>
            <a:pPr algn="ctr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Atención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al cliente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Conector recto 18">
            <a:extLst>
              <a:ext uri="{FF2B5EF4-FFF2-40B4-BE49-F238E27FC236}">
                <a16:creationId xmlns:a16="http://schemas.microsoft.com/office/drawing/2014/main" id="{D705D949-3765-34D9-BCB6-652C23F19E36}"/>
              </a:ext>
            </a:extLst>
          </p:cNvPr>
          <p:cNvSpPr/>
          <p:nvPr/>
        </p:nvSpPr>
        <p:spPr>
          <a:xfrm flipV="1">
            <a:off x="5333880" y="3390780"/>
            <a:ext cx="0" cy="3505320"/>
          </a:xfrm>
          <a:prstGeom prst="line">
            <a:avLst/>
          </a:prstGeom>
          <a:ln w="25560">
            <a:solidFill>
              <a:srgbClr val="000000"/>
            </a:solidFill>
            <a:miter/>
            <a:tailEnd type="triangle" w="lg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Conector recto 19">
            <a:extLst>
              <a:ext uri="{FF2B5EF4-FFF2-40B4-BE49-F238E27FC236}">
                <a16:creationId xmlns:a16="http://schemas.microsoft.com/office/drawing/2014/main" id="{5C8BAABE-BF8A-E1E2-B29E-34E3363662E5}"/>
              </a:ext>
            </a:extLst>
          </p:cNvPr>
          <p:cNvSpPr/>
          <p:nvPr/>
        </p:nvSpPr>
        <p:spPr>
          <a:xfrm>
            <a:off x="6324600" y="3162540"/>
            <a:ext cx="4343400" cy="0"/>
          </a:xfrm>
          <a:prstGeom prst="line">
            <a:avLst/>
          </a:prstGeom>
          <a:ln w="25560">
            <a:solidFill>
              <a:srgbClr val="000000"/>
            </a:solidFill>
            <a:miter/>
            <a:tailEnd type="triangle" w="lg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6800" rIns="90000" bIns="-468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Conector recto 20">
            <a:extLst>
              <a:ext uri="{FF2B5EF4-FFF2-40B4-BE49-F238E27FC236}">
                <a16:creationId xmlns:a16="http://schemas.microsoft.com/office/drawing/2014/main" id="{1D3F28FF-0DCF-198D-DD6D-56AB7DC0A55B}"/>
              </a:ext>
            </a:extLst>
          </p:cNvPr>
          <p:cNvSpPr/>
          <p:nvPr/>
        </p:nvSpPr>
        <p:spPr>
          <a:xfrm>
            <a:off x="8915520" y="4839060"/>
            <a:ext cx="1218960" cy="0"/>
          </a:xfrm>
          <a:prstGeom prst="line">
            <a:avLst/>
          </a:prstGeom>
          <a:ln w="25560">
            <a:solidFill>
              <a:srgbClr val="000000"/>
            </a:solidFill>
            <a:miter/>
            <a:tailEnd type="triangle" w="lg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6800" rIns="90000" bIns="-468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Conector recto 21">
            <a:extLst>
              <a:ext uri="{FF2B5EF4-FFF2-40B4-BE49-F238E27FC236}">
                <a16:creationId xmlns:a16="http://schemas.microsoft.com/office/drawing/2014/main" id="{9861DCF6-2BC9-6EE4-08BC-8534332254D9}"/>
              </a:ext>
            </a:extLst>
          </p:cNvPr>
          <p:cNvSpPr/>
          <p:nvPr/>
        </p:nvSpPr>
        <p:spPr>
          <a:xfrm flipV="1">
            <a:off x="5943720" y="5143980"/>
            <a:ext cx="4495680" cy="1828800"/>
          </a:xfrm>
          <a:prstGeom prst="line">
            <a:avLst/>
          </a:prstGeom>
          <a:ln w="25560">
            <a:solidFill>
              <a:srgbClr val="0000FF"/>
            </a:solidFill>
            <a:miter/>
            <a:tailEnd type="triangle" w="lg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Conector recto 22">
            <a:extLst>
              <a:ext uri="{FF2B5EF4-FFF2-40B4-BE49-F238E27FC236}">
                <a16:creationId xmlns:a16="http://schemas.microsoft.com/office/drawing/2014/main" id="{E576E236-3170-D363-D310-ED442B391FAC}"/>
              </a:ext>
            </a:extLst>
          </p:cNvPr>
          <p:cNvSpPr/>
          <p:nvPr/>
        </p:nvSpPr>
        <p:spPr>
          <a:xfrm flipH="1">
            <a:off x="6019680" y="7125060"/>
            <a:ext cx="4724640" cy="0"/>
          </a:xfrm>
          <a:prstGeom prst="line">
            <a:avLst/>
          </a:prstGeom>
          <a:ln w="25560">
            <a:solidFill>
              <a:srgbClr val="000000"/>
            </a:solidFill>
            <a:miter/>
            <a:tailEnd type="triangle" w="lg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6800" rIns="90000" bIns="-468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Conector recto 23">
            <a:extLst>
              <a:ext uri="{FF2B5EF4-FFF2-40B4-BE49-F238E27FC236}">
                <a16:creationId xmlns:a16="http://schemas.microsoft.com/office/drawing/2014/main" id="{5DA8BE8C-6292-1212-B26C-7FEE02C70D12}"/>
              </a:ext>
            </a:extLst>
          </p:cNvPr>
          <p:cNvSpPr/>
          <p:nvPr/>
        </p:nvSpPr>
        <p:spPr>
          <a:xfrm>
            <a:off x="11582400" y="5296260"/>
            <a:ext cx="0" cy="1523880"/>
          </a:xfrm>
          <a:prstGeom prst="line">
            <a:avLst/>
          </a:prstGeom>
          <a:ln w="25560">
            <a:solidFill>
              <a:srgbClr val="000000"/>
            </a:solidFill>
            <a:miter/>
            <a:tailEnd type="triangle" w="lg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Conector recto 24">
            <a:extLst>
              <a:ext uri="{FF2B5EF4-FFF2-40B4-BE49-F238E27FC236}">
                <a16:creationId xmlns:a16="http://schemas.microsoft.com/office/drawing/2014/main" id="{80A880DA-6E98-7704-4778-D08909E7AB2E}"/>
              </a:ext>
            </a:extLst>
          </p:cNvPr>
          <p:cNvSpPr/>
          <p:nvPr/>
        </p:nvSpPr>
        <p:spPr>
          <a:xfrm flipV="1">
            <a:off x="12039600" y="5295900"/>
            <a:ext cx="0" cy="1600200"/>
          </a:xfrm>
          <a:prstGeom prst="line">
            <a:avLst/>
          </a:prstGeom>
          <a:ln w="25560">
            <a:solidFill>
              <a:srgbClr val="0000FF"/>
            </a:solidFill>
            <a:miter/>
            <a:tailEnd type="triangle" w="lg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Conector recto 25">
            <a:extLst>
              <a:ext uri="{FF2B5EF4-FFF2-40B4-BE49-F238E27FC236}">
                <a16:creationId xmlns:a16="http://schemas.microsoft.com/office/drawing/2014/main" id="{71F90885-D6E0-749D-74D5-9D9CEF179A29}"/>
              </a:ext>
            </a:extLst>
          </p:cNvPr>
          <p:cNvSpPr/>
          <p:nvPr/>
        </p:nvSpPr>
        <p:spPr>
          <a:xfrm>
            <a:off x="11430120" y="3391140"/>
            <a:ext cx="0" cy="1067040"/>
          </a:xfrm>
          <a:prstGeom prst="line">
            <a:avLst/>
          </a:prstGeom>
          <a:ln w="25560">
            <a:solidFill>
              <a:srgbClr val="000000"/>
            </a:solidFill>
            <a:miter/>
            <a:tailEnd type="triangle" w="lg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Conector recto 26">
            <a:extLst>
              <a:ext uri="{FF2B5EF4-FFF2-40B4-BE49-F238E27FC236}">
                <a16:creationId xmlns:a16="http://schemas.microsoft.com/office/drawing/2014/main" id="{67B27DB7-2C35-24A2-E477-49E850F1AC06}"/>
              </a:ext>
            </a:extLst>
          </p:cNvPr>
          <p:cNvSpPr/>
          <p:nvPr/>
        </p:nvSpPr>
        <p:spPr>
          <a:xfrm>
            <a:off x="4572120" y="7963140"/>
            <a:ext cx="990360" cy="0"/>
          </a:xfrm>
          <a:prstGeom prst="line">
            <a:avLst/>
          </a:prstGeom>
          <a:ln w="25560">
            <a:solidFill>
              <a:srgbClr val="000000"/>
            </a:solidFill>
            <a:miter/>
            <a:tailEnd type="triangle" w="lg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6800" rIns="90000" bIns="-468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9D633D25-049D-3CE9-9C6E-7E960C0B632C}"/>
              </a:ext>
            </a:extLst>
          </p:cNvPr>
          <p:cNvSpPr/>
          <p:nvPr/>
        </p:nvSpPr>
        <p:spPr>
          <a:xfrm>
            <a:off x="5717640" y="7734540"/>
            <a:ext cx="2704680" cy="45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t">
            <a:spAutoFit/>
          </a:bodyPr>
          <a:lstStyle/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Flujo de datos existente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57689E3B-0ABF-6CE8-8050-179A12E8B562}"/>
              </a:ext>
            </a:extLst>
          </p:cNvPr>
          <p:cNvSpPr/>
          <p:nvPr/>
        </p:nvSpPr>
        <p:spPr>
          <a:xfrm>
            <a:off x="10094520" y="7734540"/>
            <a:ext cx="2670480" cy="45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t">
            <a:spAutoFit/>
          </a:bodyPr>
          <a:lstStyle/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Flujo de datos faltante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Conector recto 29">
            <a:extLst>
              <a:ext uri="{FF2B5EF4-FFF2-40B4-BE49-F238E27FC236}">
                <a16:creationId xmlns:a16="http://schemas.microsoft.com/office/drawing/2014/main" id="{2297E2F9-C020-B874-6870-D84572375625}"/>
              </a:ext>
            </a:extLst>
          </p:cNvPr>
          <p:cNvSpPr/>
          <p:nvPr/>
        </p:nvSpPr>
        <p:spPr>
          <a:xfrm>
            <a:off x="9144120" y="7963140"/>
            <a:ext cx="990360" cy="0"/>
          </a:xfrm>
          <a:prstGeom prst="line">
            <a:avLst/>
          </a:prstGeom>
          <a:ln w="25560">
            <a:solidFill>
              <a:srgbClr val="0000FF"/>
            </a:solidFill>
            <a:miter/>
            <a:tailEnd type="triangle" w="lg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6800" rIns="90000" bIns="-468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Conector recto 30">
            <a:extLst>
              <a:ext uri="{FF2B5EF4-FFF2-40B4-BE49-F238E27FC236}">
                <a16:creationId xmlns:a16="http://schemas.microsoft.com/office/drawing/2014/main" id="{142CDDC1-73AB-E367-E66A-8DF6F8474F46}"/>
              </a:ext>
            </a:extLst>
          </p:cNvPr>
          <p:cNvSpPr/>
          <p:nvPr/>
        </p:nvSpPr>
        <p:spPr>
          <a:xfrm>
            <a:off x="6019680" y="3619740"/>
            <a:ext cx="1371600" cy="762120"/>
          </a:xfrm>
          <a:prstGeom prst="line">
            <a:avLst/>
          </a:prstGeom>
          <a:ln w="25560">
            <a:solidFill>
              <a:srgbClr val="000000"/>
            </a:solidFill>
            <a:miter/>
            <a:tailEnd type="triangle" w="lg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0640095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12780-F27D-A0D3-C675-83ADF06FB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D5E607B-49A8-E789-2E08-C6C780B308B2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0578A93A-9CBB-5373-8D46-CA742171F67B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BE681470-6934-1DB7-5821-9F3CC22C56F5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B8031CFE-E560-69D3-BA77-C30A13E79AB7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2D149954-FBB1-7EDC-7198-BD2D68B1BB4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66FC2656-0E80-5417-CF90-4E8B07D15041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3D519CD2-F7AE-F690-0250-E7D2B89413A5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512D4AF9-D3D2-A2CA-F503-5DAE19744852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42B38DD5-E5D4-EBD9-77EB-6D4DCD139E52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AF200F96-595E-B402-43A1-DD33607548A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2471CDE8-C700-90C6-7268-4D99FB85A24D}"/>
              </a:ext>
            </a:extLst>
          </p:cNvPr>
          <p:cNvSpPr txBox="1">
            <a:spLocks/>
          </p:cNvSpPr>
          <p:nvPr/>
        </p:nvSpPr>
        <p:spPr>
          <a:xfrm>
            <a:off x="4572000" y="852650"/>
            <a:ext cx="8229600" cy="63972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CO" dirty="0"/>
              <a:t>Monitoreo</a:t>
            </a:r>
            <a:endParaRPr lang="es-CO" sz="40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2EE05E3F-5604-32AC-DC7D-6D3704EBD9E5}"/>
              </a:ext>
            </a:extLst>
          </p:cNvPr>
          <p:cNvSpPr txBox="1">
            <a:spLocks/>
          </p:cNvSpPr>
          <p:nvPr/>
        </p:nvSpPr>
        <p:spPr>
          <a:xfrm>
            <a:off x="1066800" y="2324100"/>
            <a:ext cx="14173200" cy="864918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lnSpc>
                <a:spcPct val="9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Usar monitoreo de datos para añadir bucles de retroalimentación faltantes.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9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Métodos: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Seguimiento / auditoría de datos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lvl="2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200" dirty="0"/>
              <a:t>Seguir una muestra de transacciones a través del flujo de trabajo.</a:t>
            </a:r>
            <a:endParaRPr lang="es-ES" sz="2800" dirty="0">
              <a:solidFill>
                <a:srgbClr val="000000"/>
              </a:solidFill>
              <a:latin typeface="Arial"/>
            </a:endParaRPr>
          </a:p>
          <a:p>
            <a:pPr lvl="2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200" dirty="0"/>
              <a:t>Construir un sistema de procesamiento secundario para detectar posibles problemas.</a:t>
            </a:r>
            <a:endParaRPr lang="es-ES" sz="28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Reconciliación de bases de datos actualizadas incrementalmente con las fuentes originales.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Consistencia obligatoria con una Base de Datos de Registro.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Sincronización de bucles de retroalimentación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601"/>
              </a:spcBef>
              <a:buClr>
                <a:srgbClr val="0000FF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Publicación de datos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7489390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DDC690-CB9B-B878-E891-CF1ADF6631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4B71A6A-7E50-88B9-D8F1-E8231FF54374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B9CACD95-32BD-C54D-4E7D-AC5F778B6893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21667382-DE6F-0C65-EFCB-A7A16C310E95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D5DB6B2B-BA65-9F5F-7393-C8C975B09C73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33C199DA-BC38-52FF-9719-D05801CC001B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98498ABA-B2D8-C8AF-195F-B20A9A3B5249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73CC8907-BA42-B0C0-B7E5-F6AD57F5AED6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3EE1CA23-93BF-AA18-125D-9CC53C9554EA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1C21A0B1-A95B-BF16-1D1B-330ECE2BF6C4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7833FFD2-C4F2-9D90-602C-EA4F2442BB3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871833EA-E16F-3025-BDE9-0511721F7B98}"/>
              </a:ext>
            </a:extLst>
          </p:cNvPr>
          <p:cNvSpPr txBox="1">
            <a:spLocks/>
          </p:cNvSpPr>
          <p:nvPr/>
        </p:nvSpPr>
        <p:spPr>
          <a:xfrm>
            <a:off x="-685800" y="456470"/>
            <a:ext cx="8229600" cy="7160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CO" dirty="0"/>
              <a:t>Publicación de datos</a:t>
            </a:r>
            <a:endParaRPr lang="es-CO" sz="40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AF7F183E-5743-9B0A-6B7E-7D288320F371}"/>
              </a:ext>
            </a:extLst>
          </p:cNvPr>
          <p:cNvSpPr txBox="1">
            <a:spLocks/>
          </p:cNvSpPr>
          <p:nvPr/>
        </p:nvSpPr>
        <p:spPr>
          <a:xfrm>
            <a:off x="838200" y="1533197"/>
            <a:ext cx="15697200" cy="826818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Hacer que el contenido de una base de datos esté disponible de forma fácilmente accesible y digerible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Interfaz web (cliente universal).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FF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“Data </a:t>
            </a:r>
            <a:r>
              <a:rPr lang="es-ES" sz="3600" dirty="0" err="1"/>
              <a:t>squashing</a:t>
            </a:r>
            <a:r>
              <a:rPr lang="es-ES" sz="3600" dirty="0"/>
              <a:t>”: publicar agregados, cubos, muestras, representaciones paramétricas.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Publicar los metadatos.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Cerrar bucles de retroalimentación haciendo que mucha gente mire los datos.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A veces es sorprendentemente difícil.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Fronteras organizacionales; la pérdida de control se interpreta como pérdida de poder; deseo de ocultar problemas.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50159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DF13A6-86B5-51AE-C618-04A11F42C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71EE93D-9A0F-5138-C6FF-0574E6FE707A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AC78F42F-EDB7-9DE4-A702-673B37876DCC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108E7D78-E65E-C6E3-C6C1-F3345E3E1B26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1FAD50B2-FCCE-FA44-BD71-83E647779D43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21365E8E-1CC4-BD09-3657-CD16C97B309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FE84B7A7-166A-3746-EA89-B1A0B929BCAB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93A3114F-6502-81E6-7DD0-A8EF79AC8BCF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39D2E13F-A931-04E6-06A7-31535A96D516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7A6DED62-6A72-3F9E-384F-8C3950352C61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9A2E975E-5365-7B21-EACB-13B65223291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7E560999-679D-C21C-D940-6B6721F98169}"/>
              </a:ext>
            </a:extLst>
          </p:cNvPr>
          <p:cNvSpPr txBox="1">
            <a:spLocks/>
          </p:cNvSpPr>
          <p:nvPr/>
        </p:nvSpPr>
        <p:spPr>
          <a:xfrm>
            <a:off x="381000" y="500535"/>
            <a:ext cx="8229600" cy="9446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CO" dirty="0"/>
              <a:t>Enfoques estadísticos</a:t>
            </a:r>
            <a:endParaRPr lang="es-CO" sz="40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E21697A9-8176-EEF3-32B5-3478804D52C7}"/>
              </a:ext>
            </a:extLst>
          </p:cNvPr>
          <p:cNvSpPr txBox="1">
            <a:spLocks/>
          </p:cNvSpPr>
          <p:nvPr/>
        </p:nvSpPr>
        <p:spPr>
          <a:xfrm>
            <a:off x="1066800" y="1943100"/>
            <a:ext cx="15697200" cy="811518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No hay métodos explícitos de DQ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Datos estadísticos tradicionales recolectados de experimentos cuidadosamente diseñados, a menudo ligados al análisis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Pero existen métodos para encontrar anomalías y reparar datos.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Los métodos existentes pueden adaptarse para propósitos de DQ.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Cuatro categorías amplias pueden adaptarse para DQ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Datos faltantes, incompletos, ambiguos o dañados (p. ej. truncados, censurados)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Datos sospechosos o anormales (p. ej. valores atípicos)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Pruebas de desviación respecto a modelos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Bondad de ajuste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marL="343080" indent="0">
              <a:spcBef>
                <a:spcPts val="601"/>
              </a:spcBef>
              <a:buFont typeface="Arial" pitchFamily="34" charset="0"/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s-ES" sz="24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2502756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291A4-0A6B-9ED2-ABF7-832D0D612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3A57031-B346-FC06-6677-2301E14D0EBE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00963E49-B482-C267-2EF8-DF6342B51786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70B989BA-593C-12AC-3126-5195CD2B3A9E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0D29736F-B0EC-3FAC-DE52-C2AB89D01626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DEBF8619-BE83-00FC-8363-571543B672F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92503CD4-E5BB-CABD-75D0-98A2535419E1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88897F69-FAB6-2992-7C95-3A9F1B2C09E4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EADC3C08-6A39-49C8-C178-AF4298E81014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D73E4A9C-C7C5-540B-BBA2-903FFDE91968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7C7E684D-EEF9-CB81-C738-C067CE914045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892A9AA7-BDD2-6D10-C1E4-0455CD054D80}"/>
              </a:ext>
            </a:extLst>
          </p:cNvPr>
          <p:cNvSpPr txBox="1">
            <a:spLocks/>
          </p:cNvSpPr>
          <p:nvPr/>
        </p:nvSpPr>
        <p:spPr>
          <a:xfrm>
            <a:off x="5029200" y="955327"/>
            <a:ext cx="8229600" cy="9144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CO" dirty="0"/>
              <a:t>Datos faltantes</a:t>
            </a:r>
            <a:endParaRPr lang="es-CO" sz="40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7079FAD8-33C1-1CDD-91B0-099076996ACD}"/>
              </a:ext>
            </a:extLst>
          </p:cNvPr>
          <p:cNvSpPr txBox="1">
            <a:spLocks/>
          </p:cNvSpPr>
          <p:nvPr/>
        </p:nvSpPr>
        <p:spPr>
          <a:xfrm>
            <a:off x="914400" y="2857500"/>
            <a:ext cx="13639800" cy="803898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CO" sz="4800" dirty="0"/>
              <a:t>Datos faltantes: valores, atributos, registros completos, secciones completas</a:t>
            </a:r>
            <a:endParaRPr lang="es-CO" sz="48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CO" sz="4800" dirty="0"/>
              <a:t>Valores faltantes y por defecto son indistinguibles</a:t>
            </a:r>
            <a:endParaRPr lang="es-CO" sz="48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CO" sz="4800" dirty="0"/>
              <a:t>Truncamiento/censura: no es evidente; mecanismos desconocidos</a:t>
            </a:r>
            <a:endParaRPr lang="es-CO" sz="48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99"/>
              </a:spcBef>
              <a:buClr>
                <a:srgbClr val="0000FF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CO" sz="4800" dirty="0"/>
              <a:t>Problema: resultados engañosos, sesgo.</a:t>
            </a:r>
            <a:endParaRPr lang="es-CO" sz="48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99"/>
              </a:spcBef>
              <a:buFont typeface="Arial" pitchFamily="34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s-CO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1846138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D38894-3B48-8EB9-EA33-07294B538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E4970F64-3EA7-C3BB-5CD3-DCF2C47CFE19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9A627364-B97D-C784-165B-6B3F18166981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EEEB7631-976C-4F9C-5782-C202D09386F7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FE827220-4B16-9550-E61B-19DFCC2D6BE4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3BC85841-ED9A-77C8-4B1A-48530198DD6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97D41362-4952-CEA1-6732-EB22D88B66D2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3E583C4E-7B18-67A2-9F5E-4A39DC66FC7F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FB9FDA8E-E8A5-5333-6496-8F9151ED4E84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8708710D-F5D3-DB0D-C675-678F89207654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D62A5C6B-4B74-812F-1F3E-708B7859943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D41DD3F0-52E8-64E8-8987-147D65342203}"/>
              </a:ext>
            </a:extLst>
          </p:cNvPr>
          <p:cNvSpPr txBox="1">
            <a:spLocks/>
          </p:cNvSpPr>
          <p:nvPr/>
        </p:nvSpPr>
        <p:spPr>
          <a:xfrm>
            <a:off x="5029200" y="803113"/>
            <a:ext cx="8229600" cy="76212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CO" dirty="0"/>
              <a:t>Detección de datos faltantes</a:t>
            </a:r>
            <a:endParaRPr lang="es-CO" sz="40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C2530C9E-7B4C-8230-25CE-1586C35C5B41}"/>
              </a:ext>
            </a:extLst>
          </p:cNvPr>
          <p:cNvSpPr txBox="1">
            <a:spLocks/>
          </p:cNvSpPr>
          <p:nvPr/>
        </p:nvSpPr>
        <p:spPr>
          <a:xfrm>
            <a:off x="658769" y="2476500"/>
            <a:ext cx="14859000" cy="8963298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lnSpc>
                <a:spcPct val="90000"/>
              </a:lnSpc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800" dirty="0"/>
              <a:t>Datos faltantes explícitos</a:t>
            </a:r>
            <a:endParaRPr lang="es-ES" sz="48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Comparar especificaciones de datos contra los datos: ¿están presentes todos los atributos?</a:t>
            </a:r>
            <a:endParaRPr lang="es-ES" sz="44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Escanear registros individuales: ¿hay huecos?</a:t>
            </a:r>
            <a:endParaRPr lang="es-ES" sz="44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Chequeos rápidos: número de archivos, tamaños, número de registros, número de duplicados</a:t>
            </a:r>
            <a:endParaRPr lang="es-ES" sz="44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Comparar estimaciones (promedios, frecuencias, medianas) con valores “esperados” y límites; revisar a varios niveles de granularidad, ya que los agregados pueden ser engañosos.</a:t>
            </a:r>
            <a:endParaRPr lang="es-ES" sz="44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1753523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2F06D-CD02-4AC9-0173-DFAB2EA79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DAB11B07-C6AD-7FCE-A078-21BDF2329CB7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067E9FCF-5036-3F83-12A2-7F60F971293F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83CD5450-0B00-870E-299B-712C744EBF2B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E64C4352-7ACA-91A9-821E-5CEE0578A744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829579CA-3559-392E-E249-AEAFACB3FF7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FF93DA7B-535F-BC44-6477-67971276C75C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CEB0C8E8-98EB-0542-A58B-0CB32D21A8A4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BDACCDFD-FEDE-7411-ADE6-BB222D6D8DA7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8E4C0880-6D85-BF82-3CF3-615AB5D22805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17E83927-714F-C67C-DE52-560DCF47D60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A22BD409-3E57-20B5-FBEA-E6B7CA8CE22A}"/>
              </a:ext>
            </a:extLst>
          </p:cNvPr>
          <p:cNvSpPr txBox="1">
            <a:spLocks/>
          </p:cNvSpPr>
          <p:nvPr/>
        </p:nvSpPr>
        <p:spPr>
          <a:xfrm>
            <a:off x="1828800" y="254927"/>
            <a:ext cx="14630400" cy="217158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dirty="0"/>
              <a:t>Detección de datos faltantes (cont.)</a:t>
            </a:r>
            <a:endParaRPr lang="es-ES" sz="40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A3F0247C-7C33-7A10-2590-30AB977BAB80}"/>
              </a:ext>
            </a:extLst>
          </p:cNvPr>
          <p:cNvSpPr txBox="1">
            <a:spLocks/>
          </p:cNvSpPr>
          <p:nvPr/>
        </p:nvSpPr>
        <p:spPr>
          <a:xfrm>
            <a:off x="1219200" y="3162300"/>
            <a:ext cx="13487400" cy="834426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lnSpc>
                <a:spcPct val="90000"/>
              </a:lnSpc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800" dirty="0"/>
              <a:t>Daño oculto en los datos</a:t>
            </a:r>
            <a:endParaRPr lang="es-ES" sz="48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Los valores están truncados o censurados: buscar picos y caídas en distribuciones e histogramas</a:t>
            </a:r>
            <a:endParaRPr lang="es-ES" sz="44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Valores faltantes y por defecto son indistinguibles: ¿demasiados valores faltantes? metadatos o experiencia de dominio pueden ayudar</a:t>
            </a:r>
            <a:endParaRPr lang="es-ES" sz="44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Errores de omisión, p. ej. faltan todas las llamadas de un área: verificar si faltan al azar o si están localizados de algún modo</a:t>
            </a:r>
            <a:endParaRPr lang="es-ES" sz="44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2899649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BC04A-965A-0FAF-D623-4D70DD783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190ABC4-5FA5-CE4C-2079-1D45DB5FE276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DF951E9C-3A73-2FAE-D76E-55758AF70927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1AA0AC66-3BC6-EC7A-A412-85A4253FB3DA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9675A5CE-9791-CB6D-C189-5B72B906F55A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90D247DA-5E2E-7EC2-43CB-860C46418F3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C5B6F126-FC09-AA6F-4523-65654BFEF642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23620C6A-20C1-DE44-41B7-C0B164C963D8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E7E3C767-C58A-AF7F-BB28-07AA1CB7CB25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98625E8D-6449-3518-E6E3-6AB2A7664C8C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C198C12E-94F4-09D5-FC5C-A58175D3C7B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B2117052-FF11-6995-14E7-F894A371C42F}"/>
              </a:ext>
            </a:extLst>
          </p:cNvPr>
          <p:cNvSpPr txBox="1">
            <a:spLocks/>
          </p:cNvSpPr>
          <p:nvPr/>
        </p:nvSpPr>
        <p:spPr>
          <a:xfrm>
            <a:off x="2667000" y="746731"/>
            <a:ext cx="12344400" cy="18669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dirty="0"/>
              <a:t>Imputación de valores a datos faltantes</a:t>
            </a:r>
            <a:endParaRPr lang="es-ES" sz="40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0F658330-BBA8-F760-1B2F-4F13F4A6E112}"/>
              </a:ext>
            </a:extLst>
          </p:cNvPr>
          <p:cNvSpPr txBox="1">
            <a:spLocks/>
          </p:cNvSpPr>
          <p:nvPr/>
        </p:nvSpPr>
        <p:spPr>
          <a:xfrm>
            <a:off x="1242670" y="3272820"/>
            <a:ext cx="15240000" cy="88011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En datos federados, entre 30%–70% de los puntos de datos tendrán al menos un atributo faltante: hay desperdicio de datos si ignoramos todos los registros con un valor faltante</a:t>
            </a:r>
            <a:endParaRPr lang="es-ES" sz="44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Los datos restantes están seriamente sesgados</a:t>
            </a:r>
            <a:endParaRPr lang="es-ES" sz="44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Falta de confianza en los resultados</a:t>
            </a:r>
            <a:endParaRPr lang="es-ES" sz="44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Entender el patrón de datos faltantes revela problemas de integridad de datos</a:t>
            </a:r>
            <a:endParaRPr lang="es-ES" sz="44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9103801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23128-83B0-70CD-583C-A77EE9783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5A99680-F7C3-5901-50CB-1455CC2347A6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A7BFED6E-F83E-5195-E432-AFCC2141759D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C00F6A6D-5E45-BDC8-54F1-CC397EA077B7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20C5AD65-9FB5-E1BD-BFB3-6BBDD4ECA39D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D1D7970B-E119-B976-43A9-2DF28FEB26CB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BECA7A7A-8394-B6B9-44DB-E5101B3E2E6D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489E2A49-6238-D7E0-CD22-E2385575C1DE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A31ACFB1-E693-7DAE-7BC5-CF879ED58D85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26B30277-95DA-A1F5-E786-02FF2954C5D4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126B7AA8-FBBF-79E1-FD3D-4A190A98B60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16A2200A-DB50-F47D-0629-F8EC75916A69}"/>
              </a:ext>
            </a:extLst>
          </p:cNvPr>
          <p:cNvSpPr txBox="1">
            <a:spLocks/>
          </p:cNvSpPr>
          <p:nvPr/>
        </p:nvSpPr>
        <p:spPr>
          <a:xfrm>
            <a:off x="4914900" y="1161706"/>
            <a:ext cx="8229600" cy="9446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dirty="0"/>
              <a:t>Imputación de valores faltantes - 1</a:t>
            </a:r>
            <a:endParaRPr lang="es-ES" sz="40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59CAEF85-CF22-45B4-2B89-B2C2618B2BF8}"/>
              </a:ext>
            </a:extLst>
          </p:cNvPr>
          <p:cNvSpPr txBox="1">
            <a:spLocks/>
          </p:cNvSpPr>
          <p:nvPr/>
        </p:nvSpPr>
        <p:spPr>
          <a:xfrm>
            <a:off x="1066800" y="3086100"/>
            <a:ext cx="15316200" cy="8864853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800" dirty="0"/>
              <a:t>Imputación independiente</a:t>
            </a:r>
            <a:endParaRPr lang="es-ES" sz="48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Media, mediana, otras estimaciones puntuales</a:t>
            </a:r>
            <a:endParaRPr lang="es-ES" sz="44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Asumir: la distribución de los valores faltantes es la misma que la de los no faltantes.</a:t>
            </a:r>
            <a:endParaRPr lang="es-ES" sz="44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No tiene en cuenta interrelaciones</a:t>
            </a:r>
            <a:endParaRPr lang="es-ES" sz="44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Introduce sesgo</a:t>
            </a:r>
            <a:endParaRPr lang="es-ES" sz="44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Conveniente, fácil de implementar</a:t>
            </a:r>
            <a:endParaRPr lang="es-ES" sz="44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4791293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02754-C3D4-848E-1324-E56E3D3E8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F99EC216-6D4F-81EE-3724-9428F0A2B7BC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C96616ED-E7DD-FBA6-B3B1-0DBFD692DAF6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266D50FE-36B1-546F-EBDC-C3FE5C9760AC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69235C54-2232-FB64-43AC-4A177FCB6824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E4E94F2F-38D2-9923-EF19-90F0396F594E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75662CDA-0B30-5AF4-23E0-33AAA5CD1467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ABA2BAE4-3A3F-5FB1-6B9F-312FE5973CBF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DA16AAD7-1349-EF06-9E98-10FED265CBAF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52449DDC-235B-4E27-014B-36BE1DEEF3A8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8C14EC68-BC78-DE42-244D-786E92367FF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38E2273D-50D9-50FD-CFCE-FCE8BEBA864D}"/>
              </a:ext>
            </a:extLst>
          </p:cNvPr>
          <p:cNvSpPr txBox="1">
            <a:spLocks/>
          </p:cNvSpPr>
          <p:nvPr/>
        </p:nvSpPr>
        <p:spPr>
          <a:xfrm>
            <a:off x="4572000" y="619028"/>
            <a:ext cx="8229600" cy="7920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dirty="0"/>
              <a:t>Imputación de valores faltantes - 2</a:t>
            </a:r>
            <a:endParaRPr lang="es-ES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15EC7D8D-14A1-E0EA-9E2B-6D6C2457CB19}"/>
              </a:ext>
            </a:extLst>
          </p:cNvPr>
          <p:cNvSpPr txBox="1">
            <a:spLocks/>
          </p:cNvSpPr>
          <p:nvPr/>
        </p:nvSpPr>
        <p:spPr>
          <a:xfrm>
            <a:off x="1692209" y="1636615"/>
            <a:ext cx="14554200" cy="788706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spcBef>
                <a:spcPts val="700"/>
              </a:spcBef>
              <a:buFont typeface="Arial" pitchFamily="34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Mejor imputación: usar relaciones entre atributos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Asumir: todos los atributos previos están poblados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Es decir, monotonía en los valores faltantes.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499"/>
              </a:spcBef>
              <a:buFont typeface="Arial" pitchFamily="34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				X1| X2| X3| X4| X5</a:t>
            </a:r>
            <a:endParaRPr lang="es-ES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499"/>
              </a:spcBef>
              <a:buFont typeface="Arial" pitchFamily="34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				1.0| 20| 3.5|   4| .</a:t>
            </a:r>
            <a:endParaRPr lang="es-ES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499"/>
              </a:spcBef>
              <a:buFont typeface="Arial" pitchFamily="34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				1.1| 18| 4.0|   2| .</a:t>
            </a:r>
            <a:endParaRPr lang="es-ES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499"/>
              </a:spcBef>
              <a:buFont typeface="Arial" pitchFamily="34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				1.9| 22| 2.2|    .| .</a:t>
            </a:r>
            <a:endParaRPr lang="es-ES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499"/>
              </a:spcBef>
              <a:buFont typeface="Arial" pitchFamily="34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				0.9| 15|     .|    .| .</a:t>
            </a:r>
            <a:endParaRPr lang="es-ES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Dos técnicas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Regresión (paramétrica),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Puntaje de propensión (no paramétrica)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1466226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Entrada de lápiz 1">
                <a:extLst>
                  <a:ext uri="{FF2B5EF4-FFF2-40B4-BE49-F238E27FC236}">
                    <a16:creationId xmlns:a16="http://schemas.microsoft.com/office/drawing/2014/main" id="{D23C18F4-A95C-722D-3D9E-3C5E6762D292}"/>
                  </a:ext>
                </a:extLst>
              </p14:cNvPr>
              <p14:cNvContentPartPr/>
              <p14:nvPr/>
            </p14:nvContentPartPr>
            <p14:xfrm>
              <a:off x="1296355" y="995851"/>
              <a:ext cx="478440" cy="5853240"/>
            </p14:xfrm>
          </p:contentPart>
        </mc:Choice>
        <mc:Fallback>
          <p:pic>
            <p:nvPicPr>
              <p:cNvPr id="2" name="Entrada de lápiz 1">
                <a:extLst>
                  <a:ext uri="{FF2B5EF4-FFF2-40B4-BE49-F238E27FC236}">
                    <a16:creationId xmlns:a16="http://schemas.microsoft.com/office/drawing/2014/main" id="{D23C18F4-A95C-722D-3D9E-3C5E6762D29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87715" y="987211"/>
                <a:ext cx="496080" cy="587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3" name="Entrada de lápiz 2">
                <a:extLst>
                  <a:ext uri="{FF2B5EF4-FFF2-40B4-BE49-F238E27FC236}">
                    <a16:creationId xmlns:a16="http://schemas.microsoft.com/office/drawing/2014/main" id="{05364AAE-9418-803C-3486-850519299BCB}"/>
                  </a:ext>
                </a:extLst>
              </p14:cNvPr>
              <p14:cNvContentPartPr/>
              <p14:nvPr/>
            </p14:nvContentPartPr>
            <p14:xfrm>
              <a:off x="245515" y="5828851"/>
              <a:ext cx="11703240" cy="505440"/>
            </p14:xfrm>
          </p:contentPart>
        </mc:Choice>
        <mc:Fallback>
          <p:pic>
            <p:nvPicPr>
              <p:cNvPr id="3" name="Entrada de lápiz 2">
                <a:extLst>
                  <a:ext uri="{FF2B5EF4-FFF2-40B4-BE49-F238E27FC236}">
                    <a16:creationId xmlns:a16="http://schemas.microsoft.com/office/drawing/2014/main" id="{05364AAE-9418-803C-3486-850519299BC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36515" y="5819851"/>
                <a:ext cx="11720880" cy="52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4" name="Entrada de lápiz 3">
                <a:extLst>
                  <a:ext uri="{FF2B5EF4-FFF2-40B4-BE49-F238E27FC236}">
                    <a16:creationId xmlns:a16="http://schemas.microsoft.com/office/drawing/2014/main" id="{C5D21531-8FFA-951A-4BCC-69CB6BEF528E}"/>
                  </a:ext>
                </a:extLst>
              </p14:cNvPr>
              <p14:cNvContentPartPr/>
              <p14:nvPr/>
            </p14:nvContentPartPr>
            <p14:xfrm>
              <a:off x="1732315" y="1909891"/>
              <a:ext cx="13592880" cy="4341240"/>
            </p14:xfrm>
          </p:contentPart>
        </mc:Choice>
        <mc:Fallback>
          <p:pic>
            <p:nvPicPr>
              <p:cNvPr id="4" name="Entrada de lápiz 3">
                <a:extLst>
                  <a:ext uri="{FF2B5EF4-FFF2-40B4-BE49-F238E27FC236}">
                    <a16:creationId xmlns:a16="http://schemas.microsoft.com/office/drawing/2014/main" id="{C5D21531-8FFA-951A-4BCC-69CB6BEF528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723315" y="1901251"/>
                <a:ext cx="13610520" cy="435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7A5BAE27-9184-FEDB-94C4-E3F42F91A599}"/>
                  </a:ext>
                </a:extLst>
              </p14:cNvPr>
              <p14:cNvContentPartPr/>
              <p14:nvPr/>
            </p14:nvContentPartPr>
            <p14:xfrm>
              <a:off x="1621795" y="7138171"/>
              <a:ext cx="371880" cy="338040"/>
            </p14:xfrm>
          </p:contentPart>
        </mc:Choice>
        <mc:Fallback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7A5BAE27-9184-FEDB-94C4-E3F42F91A599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613155" y="7129531"/>
                <a:ext cx="389520" cy="35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D470E994-8369-133C-101B-C346C79B8717}"/>
                  </a:ext>
                </a:extLst>
              </p14:cNvPr>
              <p14:cNvContentPartPr/>
              <p14:nvPr/>
            </p14:nvContentPartPr>
            <p14:xfrm>
              <a:off x="4749115" y="1391851"/>
              <a:ext cx="524160" cy="5614920"/>
            </p14:xfrm>
          </p:contentPart>
        </mc:Choice>
        <mc:Fallback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D470E994-8369-133C-101B-C346C79B8717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4740475" y="1382851"/>
                <a:ext cx="541800" cy="5632560"/>
              </a:xfrm>
              <a:prstGeom prst="rect">
                <a:avLst/>
              </a:prstGeom>
            </p:spPr>
          </p:pic>
        </mc:Fallback>
      </mc:AlternateContent>
      <p:grpSp>
        <p:nvGrpSpPr>
          <p:cNvPr id="10" name="Grupo 9">
            <a:extLst>
              <a:ext uri="{FF2B5EF4-FFF2-40B4-BE49-F238E27FC236}">
                <a16:creationId xmlns:a16="http://schemas.microsoft.com/office/drawing/2014/main" id="{190E032B-FBCE-1740-27F4-B993E5B5BC5B}"/>
              </a:ext>
            </a:extLst>
          </p:cNvPr>
          <p:cNvGrpSpPr/>
          <p:nvPr/>
        </p:nvGrpSpPr>
        <p:grpSpPr>
          <a:xfrm>
            <a:off x="3016075" y="1460251"/>
            <a:ext cx="1121040" cy="746640"/>
            <a:chOff x="3016075" y="1460251"/>
            <a:chExt cx="1121040" cy="746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" name="Entrada de lápiz 6">
                  <a:extLst>
                    <a:ext uri="{FF2B5EF4-FFF2-40B4-BE49-F238E27FC236}">
                      <a16:creationId xmlns:a16="http://schemas.microsoft.com/office/drawing/2014/main" id="{A1E61CE4-6C4B-412E-D889-EDFF1F12CAAE}"/>
                    </a:ext>
                  </a:extLst>
                </p14:cNvPr>
                <p14:cNvContentPartPr/>
                <p14:nvPr/>
              </p14:nvContentPartPr>
              <p14:xfrm>
                <a:off x="3016075" y="1678051"/>
                <a:ext cx="1009080" cy="55080"/>
              </p14:xfrm>
            </p:contentPart>
          </mc:Choice>
          <mc:Fallback>
            <p:pic>
              <p:nvPicPr>
                <p:cNvPr id="7" name="Entrada de lápiz 6">
                  <a:extLst>
                    <a:ext uri="{FF2B5EF4-FFF2-40B4-BE49-F238E27FC236}">
                      <a16:creationId xmlns:a16="http://schemas.microsoft.com/office/drawing/2014/main" id="{A1E61CE4-6C4B-412E-D889-EDFF1F12CAAE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007435" y="1669051"/>
                  <a:ext cx="102672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8" name="Entrada de lápiz 7">
                  <a:extLst>
                    <a:ext uri="{FF2B5EF4-FFF2-40B4-BE49-F238E27FC236}">
                      <a16:creationId xmlns:a16="http://schemas.microsoft.com/office/drawing/2014/main" id="{D29371EC-8E81-DDD1-B20D-433E6FB383DC}"/>
                    </a:ext>
                  </a:extLst>
                </p14:cNvPr>
                <p14:cNvContentPartPr/>
                <p14:nvPr/>
              </p14:nvContentPartPr>
              <p14:xfrm>
                <a:off x="3940555" y="1460251"/>
                <a:ext cx="45000" cy="520560"/>
              </p14:xfrm>
            </p:contentPart>
          </mc:Choice>
          <mc:Fallback>
            <p:pic>
              <p:nvPicPr>
                <p:cNvPr id="8" name="Entrada de lápiz 7">
                  <a:extLst>
                    <a:ext uri="{FF2B5EF4-FFF2-40B4-BE49-F238E27FC236}">
                      <a16:creationId xmlns:a16="http://schemas.microsoft.com/office/drawing/2014/main" id="{D29371EC-8E81-DDD1-B20D-433E6FB383D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931555" y="1451251"/>
                  <a:ext cx="62640" cy="53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9" name="Entrada de lápiz 8">
                  <a:extLst>
                    <a:ext uri="{FF2B5EF4-FFF2-40B4-BE49-F238E27FC236}">
                      <a16:creationId xmlns:a16="http://schemas.microsoft.com/office/drawing/2014/main" id="{759C8FB3-A147-0162-3FFD-84E1DADA3FDD}"/>
                    </a:ext>
                  </a:extLst>
                </p14:cNvPr>
                <p14:cNvContentPartPr/>
                <p14:nvPr/>
              </p14:nvContentPartPr>
              <p14:xfrm>
                <a:off x="3930475" y="1568251"/>
                <a:ext cx="206640" cy="638640"/>
              </p14:xfrm>
            </p:contentPart>
          </mc:Choice>
          <mc:Fallback>
            <p:pic>
              <p:nvPicPr>
                <p:cNvPr id="9" name="Entrada de lápiz 8">
                  <a:extLst>
                    <a:ext uri="{FF2B5EF4-FFF2-40B4-BE49-F238E27FC236}">
                      <a16:creationId xmlns:a16="http://schemas.microsoft.com/office/drawing/2014/main" id="{759C8FB3-A147-0162-3FFD-84E1DADA3FD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921475" y="1559611"/>
                  <a:ext cx="224280" cy="656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17" name="Entrada de lápiz 16">
                <a:extLst>
                  <a:ext uri="{FF2B5EF4-FFF2-40B4-BE49-F238E27FC236}">
                    <a16:creationId xmlns:a16="http://schemas.microsoft.com/office/drawing/2014/main" id="{3A65A221-E72F-59F0-2CCC-3FDD18EAB060}"/>
                  </a:ext>
                </a:extLst>
              </p14:cNvPr>
              <p14:cNvContentPartPr/>
              <p14:nvPr/>
            </p14:nvContentPartPr>
            <p14:xfrm>
              <a:off x="2442235" y="1568971"/>
              <a:ext cx="560880" cy="4803120"/>
            </p14:xfrm>
          </p:contentPart>
        </mc:Choice>
        <mc:Fallback>
          <p:pic>
            <p:nvPicPr>
              <p:cNvPr id="17" name="Entrada de lápiz 16">
                <a:extLst>
                  <a:ext uri="{FF2B5EF4-FFF2-40B4-BE49-F238E27FC236}">
                    <a16:creationId xmlns:a16="http://schemas.microsoft.com/office/drawing/2014/main" id="{3A65A221-E72F-59F0-2CCC-3FDD18EAB060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433235" y="1560331"/>
                <a:ext cx="578520" cy="4820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22" name="Entrada de lápiz 21">
                <a:extLst>
                  <a:ext uri="{FF2B5EF4-FFF2-40B4-BE49-F238E27FC236}">
                    <a16:creationId xmlns:a16="http://schemas.microsoft.com/office/drawing/2014/main" id="{939145B4-D188-D797-CC3A-10B27121A716}"/>
                  </a:ext>
                </a:extLst>
              </p14:cNvPr>
              <p14:cNvContentPartPr/>
              <p14:nvPr/>
            </p14:nvContentPartPr>
            <p14:xfrm>
              <a:off x="3888715" y="6308731"/>
              <a:ext cx="275760" cy="610200"/>
            </p14:xfrm>
          </p:contentPart>
        </mc:Choice>
        <mc:Fallback>
          <p:pic>
            <p:nvPicPr>
              <p:cNvPr id="22" name="Entrada de lápiz 21">
                <a:extLst>
                  <a:ext uri="{FF2B5EF4-FFF2-40B4-BE49-F238E27FC236}">
                    <a16:creationId xmlns:a16="http://schemas.microsoft.com/office/drawing/2014/main" id="{939145B4-D188-D797-CC3A-10B27121A716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3879715" y="6300091"/>
                <a:ext cx="293400" cy="627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24" name="Entrada de lápiz 23">
                <a:extLst>
                  <a:ext uri="{FF2B5EF4-FFF2-40B4-BE49-F238E27FC236}">
                    <a16:creationId xmlns:a16="http://schemas.microsoft.com/office/drawing/2014/main" id="{15DA53FE-56DA-D7A5-71AA-3F25FE52F780}"/>
                  </a:ext>
                </a:extLst>
              </p14:cNvPr>
              <p14:cNvContentPartPr/>
              <p14:nvPr/>
            </p14:nvContentPartPr>
            <p14:xfrm>
              <a:off x="3370675" y="4941451"/>
              <a:ext cx="511200" cy="53640"/>
            </p14:xfrm>
          </p:contentPart>
        </mc:Choice>
        <mc:Fallback>
          <p:pic>
            <p:nvPicPr>
              <p:cNvPr id="24" name="Entrada de lápiz 23">
                <a:extLst>
                  <a:ext uri="{FF2B5EF4-FFF2-40B4-BE49-F238E27FC236}">
                    <a16:creationId xmlns:a16="http://schemas.microsoft.com/office/drawing/2014/main" id="{15DA53FE-56DA-D7A5-71AA-3F25FE52F780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3362035" y="4932811"/>
                <a:ext cx="528840" cy="71280"/>
              </a:xfrm>
              <a:prstGeom prst="rect">
                <a:avLst/>
              </a:prstGeom>
            </p:spPr>
          </p:pic>
        </mc:Fallback>
      </mc:AlternateContent>
      <p:grpSp>
        <p:nvGrpSpPr>
          <p:cNvPr id="26" name="Grupo 25">
            <a:extLst>
              <a:ext uri="{FF2B5EF4-FFF2-40B4-BE49-F238E27FC236}">
                <a16:creationId xmlns:a16="http://schemas.microsoft.com/office/drawing/2014/main" id="{2F9A9408-6E20-0E34-4756-9E18DC9CABEB}"/>
              </a:ext>
            </a:extLst>
          </p:cNvPr>
          <p:cNvGrpSpPr/>
          <p:nvPr/>
        </p:nvGrpSpPr>
        <p:grpSpPr>
          <a:xfrm>
            <a:off x="4569475" y="7102891"/>
            <a:ext cx="1374480" cy="1100160"/>
            <a:chOff x="4569475" y="7102891"/>
            <a:chExt cx="1374480" cy="1100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1" name="Entrada de lápiz 10">
                  <a:extLst>
                    <a:ext uri="{FF2B5EF4-FFF2-40B4-BE49-F238E27FC236}">
                      <a16:creationId xmlns:a16="http://schemas.microsoft.com/office/drawing/2014/main" id="{50B3BA19-7DEB-FD3B-6249-777EA13E30E8}"/>
                    </a:ext>
                  </a:extLst>
                </p14:cNvPr>
                <p14:cNvContentPartPr/>
                <p14:nvPr/>
              </p14:nvContentPartPr>
              <p14:xfrm>
                <a:off x="4569475" y="7476571"/>
                <a:ext cx="346680" cy="563760"/>
              </p14:xfrm>
            </p:contentPart>
          </mc:Choice>
          <mc:Fallback>
            <p:pic>
              <p:nvPicPr>
                <p:cNvPr id="11" name="Entrada de lápiz 10">
                  <a:extLst>
                    <a:ext uri="{FF2B5EF4-FFF2-40B4-BE49-F238E27FC236}">
                      <a16:creationId xmlns:a16="http://schemas.microsoft.com/office/drawing/2014/main" id="{50B3BA19-7DEB-FD3B-6249-777EA13E30E8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560835" y="7467571"/>
                  <a:ext cx="364320" cy="58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2" name="Entrada de lápiz 11">
                  <a:extLst>
                    <a:ext uri="{FF2B5EF4-FFF2-40B4-BE49-F238E27FC236}">
                      <a16:creationId xmlns:a16="http://schemas.microsoft.com/office/drawing/2014/main" id="{5CB8355B-305D-0592-3BA0-58DDC2B6669A}"/>
                    </a:ext>
                  </a:extLst>
                </p14:cNvPr>
                <p14:cNvContentPartPr/>
                <p14:nvPr/>
              </p14:nvContentPartPr>
              <p14:xfrm>
                <a:off x="5020555" y="7408891"/>
                <a:ext cx="316800" cy="509400"/>
              </p14:xfrm>
            </p:contentPart>
          </mc:Choice>
          <mc:Fallback>
            <p:pic>
              <p:nvPicPr>
                <p:cNvPr id="12" name="Entrada de lápiz 11">
                  <a:extLst>
                    <a:ext uri="{FF2B5EF4-FFF2-40B4-BE49-F238E27FC236}">
                      <a16:creationId xmlns:a16="http://schemas.microsoft.com/office/drawing/2014/main" id="{5CB8355B-305D-0592-3BA0-58DDC2B666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011915" y="7399891"/>
                  <a:ext cx="334440" cy="52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3" name="Entrada de lápiz 12">
                  <a:extLst>
                    <a:ext uri="{FF2B5EF4-FFF2-40B4-BE49-F238E27FC236}">
                      <a16:creationId xmlns:a16="http://schemas.microsoft.com/office/drawing/2014/main" id="{7EF3D6C3-FA01-7FAB-A2B1-678BE19F50BF}"/>
                    </a:ext>
                  </a:extLst>
                </p14:cNvPr>
                <p14:cNvContentPartPr/>
                <p14:nvPr/>
              </p14:nvContentPartPr>
              <p14:xfrm>
                <a:off x="5076715" y="8024491"/>
                <a:ext cx="360" cy="360"/>
              </p14:xfrm>
            </p:contentPart>
          </mc:Choice>
          <mc:Fallback>
            <p:pic>
              <p:nvPicPr>
                <p:cNvPr id="13" name="Entrada de lápiz 12">
                  <a:extLst>
                    <a:ext uri="{FF2B5EF4-FFF2-40B4-BE49-F238E27FC236}">
                      <a16:creationId xmlns:a16="http://schemas.microsoft.com/office/drawing/2014/main" id="{7EF3D6C3-FA01-7FAB-A2B1-678BE19F50B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068075" y="8015851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5" name="Entrada de lápiz 14">
                  <a:extLst>
                    <a:ext uri="{FF2B5EF4-FFF2-40B4-BE49-F238E27FC236}">
                      <a16:creationId xmlns:a16="http://schemas.microsoft.com/office/drawing/2014/main" id="{77A3A682-8E93-B115-F8C3-93C7D08365D0}"/>
                    </a:ext>
                  </a:extLst>
                </p14:cNvPr>
                <p14:cNvContentPartPr/>
                <p14:nvPr/>
              </p14:nvContentPartPr>
              <p14:xfrm>
                <a:off x="5527435" y="7102891"/>
                <a:ext cx="416520" cy="644760"/>
              </p14:xfrm>
            </p:contentPart>
          </mc:Choice>
          <mc:Fallback>
            <p:pic>
              <p:nvPicPr>
                <p:cNvPr id="15" name="Entrada de lápiz 14">
                  <a:extLst>
                    <a:ext uri="{FF2B5EF4-FFF2-40B4-BE49-F238E27FC236}">
                      <a16:creationId xmlns:a16="http://schemas.microsoft.com/office/drawing/2014/main" id="{77A3A682-8E93-B115-F8C3-93C7D08365D0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518795" y="7094251"/>
                  <a:ext cx="434160" cy="66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5" name="Entrada de lápiz 24">
                  <a:extLst>
                    <a:ext uri="{FF2B5EF4-FFF2-40B4-BE49-F238E27FC236}">
                      <a16:creationId xmlns:a16="http://schemas.microsoft.com/office/drawing/2014/main" id="{1EFB6B61-9732-EC12-EF09-70E1FD17F9E3}"/>
                    </a:ext>
                  </a:extLst>
                </p14:cNvPr>
                <p14:cNvContentPartPr/>
                <p14:nvPr/>
              </p14:nvContentPartPr>
              <p14:xfrm>
                <a:off x="4733635" y="7399891"/>
                <a:ext cx="603720" cy="803160"/>
              </p14:xfrm>
            </p:contentPart>
          </mc:Choice>
          <mc:Fallback>
            <p:pic>
              <p:nvPicPr>
                <p:cNvPr id="25" name="Entrada de lápiz 24">
                  <a:extLst>
                    <a:ext uri="{FF2B5EF4-FFF2-40B4-BE49-F238E27FC236}">
                      <a16:creationId xmlns:a16="http://schemas.microsoft.com/office/drawing/2014/main" id="{1EFB6B61-9732-EC12-EF09-70E1FD17F9E3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724995" y="7391251"/>
                  <a:ext cx="621360" cy="820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upo 27">
            <a:extLst>
              <a:ext uri="{FF2B5EF4-FFF2-40B4-BE49-F238E27FC236}">
                <a16:creationId xmlns:a16="http://schemas.microsoft.com/office/drawing/2014/main" id="{D59A2ED3-70EE-34BB-7232-46F0BDCF4437}"/>
              </a:ext>
            </a:extLst>
          </p:cNvPr>
          <p:cNvGrpSpPr/>
          <p:nvPr/>
        </p:nvGrpSpPr>
        <p:grpSpPr>
          <a:xfrm>
            <a:off x="2565355" y="6509971"/>
            <a:ext cx="753120" cy="505440"/>
            <a:chOff x="2565355" y="6509971"/>
            <a:chExt cx="753120" cy="505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18" name="Entrada de lápiz 17">
                  <a:extLst>
                    <a:ext uri="{FF2B5EF4-FFF2-40B4-BE49-F238E27FC236}">
                      <a16:creationId xmlns:a16="http://schemas.microsoft.com/office/drawing/2014/main" id="{DF67786D-8D15-D87C-BBBF-870F1EF5EAF8}"/>
                    </a:ext>
                  </a:extLst>
                </p14:cNvPr>
                <p14:cNvContentPartPr/>
                <p14:nvPr/>
              </p14:nvContentPartPr>
              <p14:xfrm>
                <a:off x="2565355" y="6660091"/>
                <a:ext cx="108720" cy="342720"/>
              </p14:xfrm>
            </p:contentPart>
          </mc:Choice>
          <mc:Fallback>
            <p:pic>
              <p:nvPicPr>
                <p:cNvPr id="18" name="Entrada de lápiz 17">
                  <a:extLst>
                    <a:ext uri="{FF2B5EF4-FFF2-40B4-BE49-F238E27FC236}">
                      <a16:creationId xmlns:a16="http://schemas.microsoft.com/office/drawing/2014/main" id="{DF67786D-8D15-D87C-BBBF-870F1EF5EAF8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556715" y="6651451"/>
                  <a:ext cx="126360" cy="36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19" name="Entrada de lápiz 18">
                  <a:extLst>
                    <a:ext uri="{FF2B5EF4-FFF2-40B4-BE49-F238E27FC236}">
                      <a16:creationId xmlns:a16="http://schemas.microsoft.com/office/drawing/2014/main" id="{CC900EA4-23D6-6425-2307-5F47769B3D9D}"/>
                    </a:ext>
                  </a:extLst>
                </p14:cNvPr>
                <p14:cNvContentPartPr/>
                <p14:nvPr/>
              </p14:nvContentPartPr>
              <p14:xfrm>
                <a:off x="2906995" y="7015051"/>
                <a:ext cx="360" cy="360"/>
              </p14:xfrm>
            </p:contentPart>
          </mc:Choice>
          <mc:Fallback>
            <p:pic>
              <p:nvPicPr>
                <p:cNvPr id="19" name="Entrada de lápiz 18">
                  <a:extLst>
                    <a:ext uri="{FF2B5EF4-FFF2-40B4-BE49-F238E27FC236}">
                      <a16:creationId xmlns:a16="http://schemas.microsoft.com/office/drawing/2014/main" id="{CC900EA4-23D6-6425-2307-5F47769B3D9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898355" y="7006051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1" name="Entrada de lápiz 20">
                  <a:extLst>
                    <a:ext uri="{FF2B5EF4-FFF2-40B4-BE49-F238E27FC236}">
                      <a16:creationId xmlns:a16="http://schemas.microsoft.com/office/drawing/2014/main" id="{53629256-D5E8-CED0-D0ED-2B7A492A60B7}"/>
                    </a:ext>
                  </a:extLst>
                </p14:cNvPr>
                <p14:cNvContentPartPr/>
                <p14:nvPr/>
              </p14:nvContentPartPr>
              <p14:xfrm>
                <a:off x="3002395" y="6509971"/>
                <a:ext cx="316080" cy="466560"/>
              </p14:xfrm>
            </p:contentPart>
          </mc:Choice>
          <mc:Fallback>
            <p:pic>
              <p:nvPicPr>
                <p:cNvPr id="21" name="Entrada de lápiz 20">
                  <a:extLst>
                    <a:ext uri="{FF2B5EF4-FFF2-40B4-BE49-F238E27FC236}">
                      <a16:creationId xmlns:a16="http://schemas.microsoft.com/office/drawing/2014/main" id="{53629256-D5E8-CED0-D0ED-2B7A492A60B7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2993755" y="6500971"/>
                  <a:ext cx="333720" cy="48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7" name="Entrada de lápiz 26">
                  <a:extLst>
                    <a:ext uri="{FF2B5EF4-FFF2-40B4-BE49-F238E27FC236}">
                      <a16:creationId xmlns:a16="http://schemas.microsoft.com/office/drawing/2014/main" id="{EC02BE9B-AAF2-79A2-12E0-61C0F303AD23}"/>
                    </a:ext>
                  </a:extLst>
                </p14:cNvPr>
                <p14:cNvContentPartPr/>
                <p14:nvPr/>
              </p14:nvContentPartPr>
              <p14:xfrm>
                <a:off x="2892955" y="6973651"/>
                <a:ext cx="360" cy="360"/>
              </p14:xfrm>
            </p:contentPart>
          </mc:Choice>
          <mc:Fallback>
            <p:pic>
              <p:nvPicPr>
                <p:cNvPr id="27" name="Entrada de lápiz 26">
                  <a:extLst>
                    <a:ext uri="{FF2B5EF4-FFF2-40B4-BE49-F238E27FC236}">
                      <a16:creationId xmlns:a16="http://schemas.microsoft.com/office/drawing/2014/main" id="{EC02BE9B-AAF2-79A2-12E0-61C0F303AD2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883955" y="6964651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27305392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Entrada de lápiz 1">
                <a:extLst>
                  <a:ext uri="{FF2B5EF4-FFF2-40B4-BE49-F238E27FC236}">
                    <a16:creationId xmlns:a16="http://schemas.microsoft.com/office/drawing/2014/main" id="{793F975E-5C0C-90F4-97DE-70B234205D0F}"/>
                  </a:ext>
                </a:extLst>
              </p14:cNvPr>
              <p14:cNvContentPartPr/>
              <p14:nvPr/>
            </p14:nvContentPartPr>
            <p14:xfrm>
              <a:off x="1800355" y="2222339"/>
              <a:ext cx="851400" cy="1628640"/>
            </p14:xfrm>
          </p:contentPart>
        </mc:Choice>
        <mc:Fallback>
          <p:pic>
            <p:nvPicPr>
              <p:cNvPr id="2" name="Entrada de lápiz 1">
                <a:extLst>
                  <a:ext uri="{FF2B5EF4-FFF2-40B4-BE49-F238E27FC236}">
                    <a16:creationId xmlns:a16="http://schemas.microsoft.com/office/drawing/2014/main" id="{793F975E-5C0C-90F4-97DE-70B234205D0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91355" y="2213339"/>
                <a:ext cx="869040" cy="1646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4" name="Grupo 13">
            <a:extLst>
              <a:ext uri="{FF2B5EF4-FFF2-40B4-BE49-F238E27FC236}">
                <a16:creationId xmlns:a16="http://schemas.microsoft.com/office/drawing/2014/main" id="{9C7BCD81-C218-0DDB-73C0-9453AD3646ED}"/>
              </a:ext>
            </a:extLst>
          </p:cNvPr>
          <p:cNvGrpSpPr/>
          <p:nvPr/>
        </p:nvGrpSpPr>
        <p:grpSpPr>
          <a:xfrm>
            <a:off x="2946955" y="2156459"/>
            <a:ext cx="3155040" cy="1994400"/>
            <a:chOff x="2946955" y="2156459"/>
            <a:chExt cx="3155040" cy="1994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Entrada de lápiz 2">
                  <a:extLst>
                    <a:ext uri="{FF2B5EF4-FFF2-40B4-BE49-F238E27FC236}">
                      <a16:creationId xmlns:a16="http://schemas.microsoft.com/office/drawing/2014/main" id="{9BD46B09-BB89-0B01-3F39-96FE46C89054}"/>
                    </a:ext>
                  </a:extLst>
                </p14:cNvPr>
                <p14:cNvContentPartPr/>
                <p14:nvPr/>
              </p14:nvContentPartPr>
              <p14:xfrm>
                <a:off x="2946955" y="2156459"/>
                <a:ext cx="390240" cy="1689480"/>
              </p14:xfrm>
            </p:contentPart>
          </mc:Choice>
          <mc:Fallback>
            <p:pic>
              <p:nvPicPr>
                <p:cNvPr id="3" name="Entrada de lápiz 2">
                  <a:extLst>
                    <a:ext uri="{FF2B5EF4-FFF2-40B4-BE49-F238E27FC236}">
                      <a16:creationId xmlns:a16="http://schemas.microsoft.com/office/drawing/2014/main" id="{9BD46B09-BB89-0B01-3F39-96FE46C8905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937955" y="2147819"/>
                  <a:ext cx="407880" cy="170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Entrada de lápiz 3">
                  <a:extLst>
                    <a:ext uri="{FF2B5EF4-FFF2-40B4-BE49-F238E27FC236}">
                      <a16:creationId xmlns:a16="http://schemas.microsoft.com/office/drawing/2014/main" id="{048B9A6B-93DB-0BD4-DCF4-8244E4E752F0}"/>
                    </a:ext>
                  </a:extLst>
                </p14:cNvPr>
                <p14:cNvContentPartPr/>
                <p14:nvPr/>
              </p14:nvContentPartPr>
              <p14:xfrm>
                <a:off x="3848395" y="2456339"/>
                <a:ext cx="43560" cy="996480"/>
              </p14:xfrm>
            </p:contentPart>
          </mc:Choice>
          <mc:Fallback>
            <p:pic>
              <p:nvPicPr>
                <p:cNvPr id="4" name="Entrada de lápiz 3">
                  <a:extLst>
                    <a:ext uri="{FF2B5EF4-FFF2-40B4-BE49-F238E27FC236}">
                      <a16:creationId xmlns:a16="http://schemas.microsoft.com/office/drawing/2014/main" id="{048B9A6B-93DB-0BD4-DCF4-8244E4E752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839755" y="2447339"/>
                  <a:ext cx="61200" cy="10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Entrada de lápiz 4">
                  <a:extLst>
                    <a:ext uri="{FF2B5EF4-FFF2-40B4-BE49-F238E27FC236}">
                      <a16:creationId xmlns:a16="http://schemas.microsoft.com/office/drawing/2014/main" id="{B0FBCE58-917E-C8D6-4496-AE92B24451EC}"/>
                    </a:ext>
                  </a:extLst>
                </p14:cNvPr>
                <p14:cNvContentPartPr/>
                <p14:nvPr/>
              </p14:nvContentPartPr>
              <p14:xfrm>
                <a:off x="3616195" y="3338339"/>
                <a:ext cx="619920" cy="72720"/>
              </p14:xfrm>
            </p:contentPart>
          </mc:Choice>
          <mc:Fallback>
            <p:pic>
              <p:nvPicPr>
                <p:cNvPr id="5" name="Entrada de lápiz 4">
                  <a:extLst>
                    <a:ext uri="{FF2B5EF4-FFF2-40B4-BE49-F238E27FC236}">
                      <a16:creationId xmlns:a16="http://schemas.microsoft.com/office/drawing/2014/main" id="{B0FBCE58-917E-C8D6-4496-AE92B24451EC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607555" y="3329339"/>
                  <a:ext cx="63756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" name="Entrada de lápiz 5">
                  <a:extLst>
                    <a:ext uri="{FF2B5EF4-FFF2-40B4-BE49-F238E27FC236}">
                      <a16:creationId xmlns:a16="http://schemas.microsoft.com/office/drawing/2014/main" id="{F0922523-C656-B491-B6A5-F094941830F8}"/>
                    </a:ext>
                  </a:extLst>
                </p14:cNvPr>
                <p14:cNvContentPartPr/>
                <p14:nvPr/>
              </p14:nvContentPartPr>
              <p14:xfrm>
                <a:off x="3179875" y="2590619"/>
                <a:ext cx="866520" cy="56520"/>
              </p14:xfrm>
            </p:contentPart>
          </mc:Choice>
          <mc:Fallback>
            <p:pic>
              <p:nvPicPr>
                <p:cNvPr id="6" name="Entrada de lápiz 5">
                  <a:extLst>
                    <a:ext uri="{FF2B5EF4-FFF2-40B4-BE49-F238E27FC236}">
                      <a16:creationId xmlns:a16="http://schemas.microsoft.com/office/drawing/2014/main" id="{F0922523-C656-B491-B6A5-F094941830F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170875" y="2581979"/>
                  <a:ext cx="88416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" name="Entrada de lápiz 6">
                  <a:extLst>
                    <a:ext uri="{FF2B5EF4-FFF2-40B4-BE49-F238E27FC236}">
                      <a16:creationId xmlns:a16="http://schemas.microsoft.com/office/drawing/2014/main" id="{269798D8-0159-D1DB-D356-31329F2195B8}"/>
                    </a:ext>
                  </a:extLst>
                </p14:cNvPr>
                <p14:cNvContentPartPr/>
                <p14:nvPr/>
              </p14:nvContentPartPr>
              <p14:xfrm>
                <a:off x="4107595" y="3105779"/>
                <a:ext cx="337320" cy="370800"/>
              </p14:xfrm>
            </p:contentPart>
          </mc:Choice>
          <mc:Fallback>
            <p:pic>
              <p:nvPicPr>
                <p:cNvPr id="7" name="Entrada de lápiz 6">
                  <a:extLst>
                    <a:ext uri="{FF2B5EF4-FFF2-40B4-BE49-F238E27FC236}">
                      <a16:creationId xmlns:a16="http://schemas.microsoft.com/office/drawing/2014/main" id="{269798D8-0159-D1DB-D356-31329F2195B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098955" y="3097139"/>
                  <a:ext cx="354960" cy="38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8" name="Entrada de lápiz 7">
                  <a:extLst>
                    <a:ext uri="{FF2B5EF4-FFF2-40B4-BE49-F238E27FC236}">
                      <a16:creationId xmlns:a16="http://schemas.microsoft.com/office/drawing/2014/main" id="{7797E4F3-B4A7-06B0-A13E-C1C99FCC7C04}"/>
                    </a:ext>
                  </a:extLst>
                </p14:cNvPr>
                <p14:cNvContentPartPr/>
                <p14:nvPr/>
              </p14:nvContentPartPr>
              <p14:xfrm>
                <a:off x="4505035" y="3067979"/>
                <a:ext cx="190440" cy="1082880"/>
              </p14:xfrm>
            </p:contentPart>
          </mc:Choice>
          <mc:Fallback>
            <p:pic>
              <p:nvPicPr>
                <p:cNvPr id="8" name="Entrada de lápiz 7">
                  <a:extLst>
                    <a:ext uri="{FF2B5EF4-FFF2-40B4-BE49-F238E27FC236}">
                      <a16:creationId xmlns:a16="http://schemas.microsoft.com/office/drawing/2014/main" id="{7797E4F3-B4A7-06B0-A13E-C1C99FCC7C04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496035" y="3059339"/>
                  <a:ext cx="208080" cy="11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9" name="Entrada de lápiz 8">
                  <a:extLst>
                    <a:ext uri="{FF2B5EF4-FFF2-40B4-BE49-F238E27FC236}">
                      <a16:creationId xmlns:a16="http://schemas.microsoft.com/office/drawing/2014/main" id="{A05D7CD5-1BF8-680E-11C8-3772CFA11569}"/>
                    </a:ext>
                  </a:extLst>
                </p14:cNvPr>
                <p14:cNvContentPartPr/>
                <p14:nvPr/>
              </p14:nvContentPartPr>
              <p14:xfrm>
                <a:off x="4790515" y="3026219"/>
                <a:ext cx="184680" cy="465480"/>
              </p14:xfrm>
            </p:contentPart>
          </mc:Choice>
          <mc:Fallback>
            <p:pic>
              <p:nvPicPr>
                <p:cNvPr id="9" name="Entrada de lápiz 8">
                  <a:extLst>
                    <a:ext uri="{FF2B5EF4-FFF2-40B4-BE49-F238E27FC236}">
                      <a16:creationId xmlns:a16="http://schemas.microsoft.com/office/drawing/2014/main" id="{A05D7CD5-1BF8-680E-11C8-3772CFA1156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781515" y="3017579"/>
                  <a:ext cx="202320" cy="48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0" name="Entrada de lápiz 9">
                  <a:extLst>
                    <a:ext uri="{FF2B5EF4-FFF2-40B4-BE49-F238E27FC236}">
                      <a16:creationId xmlns:a16="http://schemas.microsoft.com/office/drawing/2014/main" id="{08DB7B38-2A31-CD4A-F07C-AE3939E3E922}"/>
                    </a:ext>
                  </a:extLst>
                </p14:cNvPr>
                <p14:cNvContentPartPr/>
                <p14:nvPr/>
              </p14:nvContentPartPr>
              <p14:xfrm>
                <a:off x="4993195" y="3021179"/>
                <a:ext cx="193680" cy="476640"/>
              </p14:xfrm>
            </p:contentPart>
          </mc:Choice>
          <mc:Fallback>
            <p:pic>
              <p:nvPicPr>
                <p:cNvPr id="10" name="Entrada de lápiz 9">
                  <a:extLst>
                    <a:ext uri="{FF2B5EF4-FFF2-40B4-BE49-F238E27FC236}">
                      <a16:creationId xmlns:a16="http://schemas.microsoft.com/office/drawing/2014/main" id="{08DB7B38-2A31-CD4A-F07C-AE3939E3E922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984555" y="3012179"/>
                  <a:ext cx="211320" cy="49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1" name="Entrada de lápiz 10">
                  <a:extLst>
                    <a:ext uri="{FF2B5EF4-FFF2-40B4-BE49-F238E27FC236}">
                      <a16:creationId xmlns:a16="http://schemas.microsoft.com/office/drawing/2014/main" id="{BB7FFED4-714A-5A2B-026B-0E877D13D7A3}"/>
                    </a:ext>
                  </a:extLst>
                </p14:cNvPr>
                <p14:cNvContentPartPr/>
                <p14:nvPr/>
              </p14:nvContentPartPr>
              <p14:xfrm>
                <a:off x="5283355" y="2975459"/>
                <a:ext cx="218160" cy="440280"/>
              </p14:xfrm>
            </p:contentPart>
          </mc:Choice>
          <mc:Fallback>
            <p:pic>
              <p:nvPicPr>
                <p:cNvPr id="11" name="Entrada de lápiz 10">
                  <a:extLst>
                    <a:ext uri="{FF2B5EF4-FFF2-40B4-BE49-F238E27FC236}">
                      <a16:creationId xmlns:a16="http://schemas.microsoft.com/office/drawing/2014/main" id="{BB7FFED4-714A-5A2B-026B-0E877D13D7A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274355" y="2966459"/>
                  <a:ext cx="235800" cy="45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3" name="Entrada de lápiz 12">
                  <a:extLst>
                    <a:ext uri="{FF2B5EF4-FFF2-40B4-BE49-F238E27FC236}">
                      <a16:creationId xmlns:a16="http://schemas.microsoft.com/office/drawing/2014/main" id="{0BED8677-4377-CBC6-BAB4-E6997745BA34}"/>
                    </a:ext>
                  </a:extLst>
                </p14:cNvPr>
                <p14:cNvContentPartPr/>
                <p14:nvPr/>
              </p14:nvContentPartPr>
              <p14:xfrm>
                <a:off x="5758555" y="2946659"/>
                <a:ext cx="343440" cy="686160"/>
              </p14:xfrm>
            </p:contentPart>
          </mc:Choice>
          <mc:Fallback>
            <p:pic>
              <p:nvPicPr>
                <p:cNvPr id="13" name="Entrada de lápiz 12">
                  <a:extLst>
                    <a:ext uri="{FF2B5EF4-FFF2-40B4-BE49-F238E27FC236}">
                      <a16:creationId xmlns:a16="http://schemas.microsoft.com/office/drawing/2014/main" id="{0BED8677-4377-CBC6-BAB4-E6997745BA34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749915" y="2937659"/>
                  <a:ext cx="361080" cy="703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15" name="Entrada de lápiz 14">
                <a:extLst>
                  <a:ext uri="{FF2B5EF4-FFF2-40B4-BE49-F238E27FC236}">
                    <a16:creationId xmlns:a16="http://schemas.microsoft.com/office/drawing/2014/main" id="{2B05DAFD-8551-27FD-0DF9-317DAF5A2D8E}"/>
                  </a:ext>
                </a:extLst>
              </p14:cNvPr>
              <p14:cNvContentPartPr/>
              <p14:nvPr/>
            </p14:nvContentPartPr>
            <p14:xfrm>
              <a:off x="6667555" y="1863419"/>
              <a:ext cx="216360" cy="2044440"/>
            </p14:xfrm>
          </p:contentPart>
        </mc:Choice>
        <mc:Fallback>
          <p:pic>
            <p:nvPicPr>
              <p:cNvPr id="15" name="Entrada de lápiz 14">
                <a:extLst>
                  <a:ext uri="{FF2B5EF4-FFF2-40B4-BE49-F238E27FC236}">
                    <a16:creationId xmlns:a16="http://schemas.microsoft.com/office/drawing/2014/main" id="{2B05DAFD-8551-27FD-0DF9-317DAF5A2D8E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6658915" y="1854419"/>
                <a:ext cx="234000" cy="2062080"/>
              </a:xfrm>
              <a:prstGeom prst="rect">
                <a:avLst/>
              </a:prstGeom>
            </p:spPr>
          </p:pic>
        </mc:Fallback>
      </mc:AlternateContent>
      <p:grpSp>
        <p:nvGrpSpPr>
          <p:cNvPr id="21" name="Grupo 20">
            <a:extLst>
              <a:ext uri="{FF2B5EF4-FFF2-40B4-BE49-F238E27FC236}">
                <a16:creationId xmlns:a16="http://schemas.microsoft.com/office/drawing/2014/main" id="{A731DD6E-55A2-7840-A179-4966ADD79E33}"/>
              </a:ext>
            </a:extLst>
          </p:cNvPr>
          <p:cNvGrpSpPr/>
          <p:nvPr/>
        </p:nvGrpSpPr>
        <p:grpSpPr>
          <a:xfrm>
            <a:off x="7463155" y="1936139"/>
            <a:ext cx="1780200" cy="1712160"/>
            <a:chOff x="7463155" y="1936139"/>
            <a:chExt cx="1780200" cy="1712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6" name="Entrada de lápiz 15">
                  <a:extLst>
                    <a:ext uri="{FF2B5EF4-FFF2-40B4-BE49-F238E27FC236}">
                      <a16:creationId xmlns:a16="http://schemas.microsoft.com/office/drawing/2014/main" id="{24ED470A-B7AF-14AB-6451-9240FA72E810}"/>
                    </a:ext>
                  </a:extLst>
                </p14:cNvPr>
                <p14:cNvContentPartPr/>
                <p14:nvPr/>
              </p14:nvContentPartPr>
              <p14:xfrm>
                <a:off x="7463155" y="2538059"/>
                <a:ext cx="500760" cy="1068480"/>
              </p14:xfrm>
            </p:contentPart>
          </mc:Choice>
          <mc:Fallback>
            <p:pic>
              <p:nvPicPr>
                <p:cNvPr id="16" name="Entrada de lápiz 15">
                  <a:extLst>
                    <a:ext uri="{FF2B5EF4-FFF2-40B4-BE49-F238E27FC236}">
                      <a16:creationId xmlns:a16="http://schemas.microsoft.com/office/drawing/2014/main" id="{24ED470A-B7AF-14AB-6451-9240FA72E810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454515" y="2529419"/>
                  <a:ext cx="518400" cy="10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7" name="Entrada de lápiz 16">
                  <a:extLst>
                    <a:ext uri="{FF2B5EF4-FFF2-40B4-BE49-F238E27FC236}">
                      <a16:creationId xmlns:a16="http://schemas.microsoft.com/office/drawing/2014/main" id="{AF3C8E64-B6D9-6FCA-3825-FBD844E05522}"/>
                    </a:ext>
                  </a:extLst>
                </p14:cNvPr>
                <p14:cNvContentPartPr/>
                <p14:nvPr/>
              </p14:nvContentPartPr>
              <p14:xfrm>
                <a:off x="8062915" y="2529419"/>
                <a:ext cx="262440" cy="1056240"/>
              </p14:xfrm>
            </p:contentPart>
          </mc:Choice>
          <mc:Fallback>
            <p:pic>
              <p:nvPicPr>
                <p:cNvPr id="17" name="Entrada de lápiz 16">
                  <a:extLst>
                    <a:ext uri="{FF2B5EF4-FFF2-40B4-BE49-F238E27FC236}">
                      <a16:creationId xmlns:a16="http://schemas.microsoft.com/office/drawing/2014/main" id="{AF3C8E64-B6D9-6FCA-3825-FBD844E05522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8054275" y="2520419"/>
                  <a:ext cx="280080" cy="10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8" name="Entrada de lápiz 17">
                  <a:extLst>
                    <a:ext uri="{FF2B5EF4-FFF2-40B4-BE49-F238E27FC236}">
                      <a16:creationId xmlns:a16="http://schemas.microsoft.com/office/drawing/2014/main" id="{9BAC8E8C-E734-F253-5143-DD3ABE7DE98E}"/>
                    </a:ext>
                  </a:extLst>
                </p14:cNvPr>
                <p14:cNvContentPartPr/>
                <p14:nvPr/>
              </p14:nvContentPartPr>
              <p14:xfrm>
                <a:off x="8432635" y="3211619"/>
                <a:ext cx="358560" cy="402120"/>
              </p14:xfrm>
            </p:contentPart>
          </mc:Choice>
          <mc:Fallback>
            <p:pic>
              <p:nvPicPr>
                <p:cNvPr id="18" name="Entrada de lápiz 17">
                  <a:extLst>
                    <a:ext uri="{FF2B5EF4-FFF2-40B4-BE49-F238E27FC236}">
                      <a16:creationId xmlns:a16="http://schemas.microsoft.com/office/drawing/2014/main" id="{9BAC8E8C-E734-F253-5143-DD3ABE7DE98E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423635" y="3202619"/>
                  <a:ext cx="376200" cy="41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0" name="Entrada de lápiz 19">
                  <a:extLst>
                    <a:ext uri="{FF2B5EF4-FFF2-40B4-BE49-F238E27FC236}">
                      <a16:creationId xmlns:a16="http://schemas.microsoft.com/office/drawing/2014/main" id="{548DDB1F-B814-391E-8914-44E2E201F298}"/>
                    </a:ext>
                  </a:extLst>
                </p14:cNvPr>
                <p14:cNvContentPartPr/>
                <p14:nvPr/>
              </p14:nvContentPartPr>
              <p14:xfrm>
                <a:off x="8881915" y="1936139"/>
                <a:ext cx="361440" cy="1712160"/>
              </p14:xfrm>
            </p:contentPart>
          </mc:Choice>
          <mc:Fallback>
            <p:pic>
              <p:nvPicPr>
                <p:cNvPr id="20" name="Entrada de lápiz 19">
                  <a:extLst>
                    <a:ext uri="{FF2B5EF4-FFF2-40B4-BE49-F238E27FC236}">
                      <a16:creationId xmlns:a16="http://schemas.microsoft.com/office/drawing/2014/main" id="{548DDB1F-B814-391E-8914-44E2E201F298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872915" y="1927499"/>
                  <a:ext cx="379080" cy="1729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upo 32">
            <a:extLst>
              <a:ext uri="{FF2B5EF4-FFF2-40B4-BE49-F238E27FC236}">
                <a16:creationId xmlns:a16="http://schemas.microsoft.com/office/drawing/2014/main" id="{1887ECE7-ECC3-2734-6C2B-C5BF3C2C3A67}"/>
              </a:ext>
            </a:extLst>
          </p:cNvPr>
          <p:cNvGrpSpPr/>
          <p:nvPr/>
        </p:nvGrpSpPr>
        <p:grpSpPr>
          <a:xfrm>
            <a:off x="9471595" y="2442691"/>
            <a:ext cx="4177440" cy="1895040"/>
            <a:chOff x="9471595" y="2442691"/>
            <a:chExt cx="4177440" cy="1895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3" name="Entrada de lápiz 22">
                  <a:extLst>
                    <a:ext uri="{FF2B5EF4-FFF2-40B4-BE49-F238E27FC236}">
                      <a16:creationId xmlns:a16="http://schemas.microsoft.com/office/drawing/2014/main" id="{2AE4EF7E-2121-B0F7-3233-C0E7431A0BA6}"/>
                    </a:ext>
                  </a:extLst>
                </p14:cNvPr>
                <p14:cNvContentPartPr/>
                <p14:nvPr/>
              </p14:nvContentPartPr>
              <p14:xfrm>
                <a:off x="9471595" y="3671011"/>
                <a:ext cx="13680" cy="112320"/>
              </p14:xfrm>
            </p:contentPart>
          </mc:Choice>
          <mc:Fallback>
            <p:pic>
              <p:nvPicPr>
                <p:cNvPr id="23" name="Entrada de lápiz 22">
                  <a:extLst>
                    <a:ext uri="{FF2B5EF4-FFF2-40B4-BE49-F238E27FC236}">
                      <a16:creationId xmlns:a16="http://schemas.microsoft.com/office/drawing/2014/main" id="{2AE4EF7E-2121-B0F7-3233-C0E7431A0BA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462955" y="3662371"/>
                  <a:ext cx="3132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4" name="Entrada de lápiz 23">
                  <a:extLst>
                    <a:ext uri="{FF2B5EF4-FFF2-40B4-BE49-F238E27FC236}">
                      <a16:creationId xmlns:a16="http://schemas.microsoft.com/office/drawing/2014/main" id="{70A47342-6073-A483-F8B7-120C434E3282}"/>
                    </a:ext>
                  </a:extLst>
                </p14:cNvPr>
                <p14:cNvContentPartPr/>
                <p14:nvPr/>
              </p14:nvContentPartPr>
              <p14:xfrm>
                <a:off x="9852115" y="2442691"/>
                <a:ext cx="644040" cy="1107000"/>
              </p14:xfrm>
            </p:contentPart>
          </mc:Choice>
          <mc:Fallback>
            <p:pic>
              <p:nvPicPr>
                <p:cNvPr id="24" name="Entrada de lápiz 23">
                  <a:extLst>
                    <a:ext uri="{FF2B5EF4-FFF2-40B4-BE49-F238E27FC236}">
                      <a16:creationId xmlns:a16="http://schemas.microsoft.com/office/drawing/2014/main" id="{70A47342-6073-A483-F8B7-120C434E3282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9843115" y="2433691"/>
                  <a:ext cx="661680" cy="11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5" name="Entrada de lápiz 24">
                  <a:extLst>
                    <a:ext uri="{FF2B5EF4-FFF2-40B4-BE49-F238E27FC236}">
                      <a16:creationId xmlns:a16="http://schemas.microsoft.com/office/drawing/2014/main" id="{7B2BB2D9-D0A2-7E1C-C3AB-B89973E5422F}"/>
                    </a:ext>
                  </a:extLst>
                </p14:cNvPr>
                <p14:cNvContentPartPr/>
                <p14:nvPr/>
              </p14:nvContentPartPr>
              <p14:xfrm>
                <a:off x="10547275" y="2864251"/>
                <a:ext cx="383760" cy="578160"/>
              </p14:xfrm>
            </p:contentPart>
          </mc:Choice>
          <mc:Fallback>
            <p:pic>
              <p:nvPicPr>
                <p:cNvPr id="25" name="Entrada de lápiz 24">
                  <a:extLst>
                    <a:ext uri="{FF2B5EF4-FFF2-40B4-BE49-F238E27FC236}">
                      <a16:creationId xmlns:a16="http://schemas.microsoft.com/office/drawing/2014/main" id="{7B2BB2D9-D0A2-7E1C-C3AB-B89973E5422F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0538275" y="2855611"/>
                  <a:ext cx="401400" cy="59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6" name="Entrada de lápiz 25">
                  <a:extLst>
                    <a:ext uri="{FF2B5EF4-FFF2-40B4-BE49-F238E27FC236}">
                      <a16:creationId xmlns:a16="http://schemas.microsoft.com/office/drawing/2014/main" id="{3993EDD5-F017-FE57-5AFF-6E0A2FCA67E7}"/>
                    </a:ext>
                  </a:extLst>
                </p14:cNvPr>
                <p14:cNvContentPartPr/>
                <p14:nvPr/>
              </p14:nvContentPartPr>
              <p14:xfrm>
                <a:off x="10698115" y="2934811"/>
                <a:ext cx="564840" cy="1402920"/>
              </p14:xfrm>
            </p:contentPart>
          </mc:Choice>
          <mc:Fallback>
            <p:pic>
              <p:nvPicPr>
                <p:cNvPr id="26" name="Entrada de lápiz 25">
                  <a:extLst>
                    <a:ext uri="{FF2B5EF4-FFF2-40B4-BE49-F238E27FC236}">
                      <a16:creationId xmlns:a16="http://schemas.microsoft.com/office/drawing/2014/main" id="{3993EDD5-F017-FE57-5AFF-6E0A2FCA67E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0689115" y="2925811"/>
                  <a:ext cx="582480" cy="142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7" name="Entrada de lápiz 26">
                  <a:extLst>
                    <a:ext uri="{FF2B5EF4-FFF2-40B4-BE49-F238E27FC236}">
                      <a16:creationId xmlns:a16="http://schemas.microsoft.com/office/drawing/2014/main" id="{C6DA0795-2044-E4EE-E936-6E1A2A321475}"/>
                    </a:ext>
                  </a:extLst>
                </p14:cNvPr>
                <p14:cNvContentPartPr/>
                <p14:nvPr/>
              </p14:nvContentPartPr>
              <p14:xfrm>
                <a:off x="11463835" y="2775691"/>
                <a:ext cx="579240" cy="656280"/>
              </p14:xfrm>
            </p:contentPart>
          </mc:Choice>
          <mc:Fallback>
            <p:pic>
              <p:nvPicPr>
                <p:cNvPr id="27" name="Entrada de lápiz 26">
                  <a:extLst>
                    <a:ext uri="{FF2B5EF4-FFF2-40B4-BE49-F238E27FC236}">
                      <a16:creationId xmlns:a16="http://schemas.microsoft.com/office/drawing/2014/main" id="{C6DA0795-2044-E4EE-E936-6E1A2A32147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1455195" y="2766691"/>
                  <a:ext cx="596880" cy="67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8" name="Entrada de lápiz 27">
                  <a:extLst>
                    <a:ext uri="{FF2B5EF4-FFF2-40B4-BE49-F238E27FC236}">
                      <a16:creationId xmlns:a16="http://schemas.microsoft.com/office/drawing/2014/main" id="{E1558147-9CA4-505C-F315-E11E5FFF54AA}"/>
                    </a:ext>
                  </a:extLst>
                </p14:cNvPr>
                <p14:cNvContentPartPr/>
                <p14:nvPr/>
              </p14:nvContentPartPr>
              <p14:xfrm>
                <a:off x="11896195" y="2767051"/>
                <a:ext cx="362520" cy="622800"/>
              </p14:xfrm>
            </p:contentPart>
          </mc:Choice>
          <mc:Fallback>
            <p:pic>
              <p:nvPicPr>
                <p:cNvPr id="28" name="Entrada de lápiz 27">
                  <a:extLst>
                    <a:ext uri="{FF2B5EF4-FFF2-40B4-BE49-F238E27FC236}">
                      <a16:creationId xmlns:a16="http://schemas.microsoft.com/office/drawing/2014/main" id="{E1558147-9CA4-505C-F315-E11E5FFF54A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1887195" y="2758411"/>
                  <a:ext cx="380160" cy="64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9" name="Entrada de lápiz 28">
                  <a:extLst>
                    <a:ext uri="{FF2B5EF4-FFF2-40B4-BE49-F238E27FC236}">
                      <a16:creationId xmlns:a16="http://schemas.microsoft.com/office/drawing/2014/main" id="{D28E6D95-95EE-8932-9929-54E40FA9613B}"/>
                    </a:ext>
                  </a:extLst>
                </p14:cNvPr>
                <p14:cNvContentPartPr/>
                <p14:nvPr/>
              </p14:nvContentPartPr>
              <p14:xfrm>
                <a:off x="12313075" y="2688571"/>
                <a:ext cx="194040" cy="592200"/>
              </p14:xfrm>
            </p:contentPart>
          </mc:Choice>
          <mc:Fallback>
            <p:pic>
              <p:nvPicPr>
                <p:cNvPr id="29" name="Entrada de lápiz 28">
                  <a:extLst>
                    <a:ext uri="{FF2B5EF4-FFF2-40B4-BE49-F238E27FC236}">
                      <a16:creationId xmlns:a16="http://schemas.microsoft.com/office/drawing/2014/main" id="{D28E6D95-95EE-8932-9929-54E40FA9613B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2304435" y="2679571"/>
                  <a:ext cx="211680" cy="60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0" name="Entrada de lápiz 29">
                  <a:extLst>
                    <a:ext uri="{FF2B5EF4-FFF2-40B4-BE49-F238E27FC236}">
                      <a16:creationId xmlns:a16="http://schemas.microsoft.com/office/drawing/2014/main" id="{C7EB2B78-6652-0762-09D1-44C55D533D02}"/>
                    </a:ext>
                  </a:extLst>
                </p14:cNvPr>
                <p14:cNvContentPartPr/>
                <p14:nvPr/>
              </p14:nvContentPartPr>
              <p14:xfrm>
                <a:off x="12719155" y="2551771"/>
                <a:ext cx="15840" cy="534960"/>
              </p14:xfrm>
            </p:contentPart>
          </mc:Choice>
          <mc:Fallback>
            <p:pic>
              <p:nvPicPr>
                <p:cNvPr id="30" name="Entrada de lápiz 29">
                  <a:extLst>
                    <a:ext uri="{FF2B5EF4-FFF2-40B4-BE49-F238E27FC236}">
                      <a16:creationId xmlns:a16="http://schemas.microsoft.com/office/drawing/2014/main" id="{C7EB2B78-6652-0762-09D1-44C55D533D02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2710515" y="2542771"/>
                  <a:ext cx="33480" cy="55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1" name="Entrada de lápiz 30">
                  <a:extLst>
                    <a:ext uri="{FF2B5EF4-FFF2-40B4-BE49-F238E27FC236}">
                      <a16:creationId xmlns:a16="http://schemas.microsoft.com/office/drawing/2014/main" id="{C8EA2B48-8134-0A3F-455F-258CFD2031DF}"/>
                    </a:ext>
                  </a:extLst>
                </p14:cNvPr>
                <p14:cNvContentPartPr/>
                <p14:nvPr/>
              </p14:nvContentPartPr>
              <p14:xfrm>
                <a:off x="11723035" y="2477611"/>
                <a:ext cx="1265760" cy="47520"/>
              </p14:xfrm>
            </p:contentPart>
          </mc:Choice>
          <mc:Fallback>
            <p:pic>
              <p:nvPicPr>
                <p:cNvPr id="31" name="Entrada de lápiz 30">
                  <a:extLst>
                    <a:ext uri="{FF2B5EF4-FFF2-40B4-BE49-F238E27FC236}">
                      <a16:creationId xmlns:a16="http://schemas.microsoft.com/office/drawing/2014/main" id="{C8EA2B48-8134-0A3F-455F-258CFD2031DF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1714395" y="2468611"/>
                  <a:ext cx="128340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2" name="Entrada de lápiz 31">
                  <a:extLst>
                    <a:ext uri="{FF2B5EF4-FFF2-40B4-BE49-F238E27FC236}">
                      <a16:creationId xmlns:a16="http://schemas.microsoft.com/office/drawing/2014/main" id="{18929A1C-5FE2-F0C4-F4A9-34D59F89A488}"/>
                    </a:ext>
                  </a:extLst>
                </p14:cNvPr>
                <p14:cNvContentPartPr/>
                <p14:nvPr/>
              </p14:nvContentPartPr>
              <p14:xfrm>
                <a:off x="13114435" y="2590651"/>
                <a:ext cx="534600" cy="767880"/>
              </p14:xfrm>
            </p:contentPart>
          </mc:Choice>
          <mc:Fallback>
            <p:pic>
              <p:nvPicPr>
                <p:cNvPr id="32" name="Entrada de lápiz 31">
                  <a:extLst>
                    <a:ext uri="{FF2B5EF4-FFF2-40B4-BE49-F238E27FC236}">
                      <a16:creationId xmlns:a16="http://schemas.microsoft.com/office/drawing/2014/main" id="{18929A1C-5FE2-F0C4-F4A9-34D59F89A488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3105435" y="2582011"/>
                  <a:ext cx="552240" cy="785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4">
            <p14:nvContentPartPr>
              <p14:cNvPr id="34" name="Entrada de lápiz 33">
                <a:extLst>
                  <a:ext uri="{FF2B5EF4-FFF2-40B4-BE49-F238E27FC236}">
                    <a16:creationId xmlns:a16="http://schemas.microsoft.com/office/drawing/2014/main" id="{4EB93CD1-852C-44D3-950C-456F908F2FE1}"/>
                  </a:ext>
                </a:extLst>
              </p14:cNvPr>
              <p14:cNvContentPartPr/>
              <p14:nvPr/>
            </p14:nvContentPartPr>
            <p14:xfrm>
              <a:off x="13971235" y="3411811"/>
              <a:ext cx="141480" cy="364680"/>
            </p14:xfrm>
          </p:contentPart>
        </mc:Choice>
        <mc:Fallback>
          <p:pic>
            <p:nvPicPr>
              <p:cNvPr id="34" name="Entrada de lápiz 33">
                <a:extLst>
                  <a:ext uri="{FF2B5EF4-FFF2-40B4-BE49-F238E27FC236}">
                    <a16:creationId xmlns:a16="http://schemas.microsoft.com/office/drawing/2014/main" id="{4EB93CD1-852C-44D3-950C-456F908F2FE1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13962235" y="3403171"/>
                <a:ext cx="159120" cy="382320"/>
              </a:xfrm>
              <a:prstGeom prst="rect">
                <a:avLst/>
              </a:prstGeom>
            </p:spPr>
          </p:pic>
        </mc:Fallback>
      </mc:AlternateContent>
      <p:grpSp>
        <p:nvGrpSpPr>
          <p:cNvPr id="43" name="Grupo 42">
            <a:extLst>
              <a:ext uri="{FF2B5EF4-FFF2-40B4-BE49-F238E27FC236}">
                <a16:creationId xmlns:a16="http://schemas.microsoft.com/office/drawing/2014/main" id="{A4FB3ECD-E845-571E-7B33-20A64BA36973}"/>
              </a:ext>
            </a:extLst>
          </p:cNvPr>
          <p:cNvGrpSpPr/>
          <p:nvPr/>
        </p:nvGrpSpPr>
        <p:grpSpPr>
          <a:xfrm>
            <a:off x="14125675" y="2139211"/>
            <a:ext cx="2990160" cy="1097280"/>
            <a:chOff x="14125675" y="2139211"/>
            <a:chExt cx="2990160" cy="1097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5" name="Entrada de lápiz 34">
                  <a:extLst>
                    <a:ext uri="{FF2B5EF4-FFF2-40B4-BE49-F238E27FC236}">
                      <a16:creationId xmlns:a16="http://schemas.microsoft.com/office/drawing/2014/main" id="{6B1B31B8-27F9-E61E-CA2F-2893E869D093}"/>
                    </a:ext>
                  </a:extLst>
                </p14:cNvPr>
                <p14:cNvContentPartPr/>
                <p14:nvPr/>
              </p14:nvContentPartPr>
              <p14:xfrm>
                <a:off x="14452195" y="2295451"/>
                <a:ext cx="738360" cy="471240"/>
              </p14:xfrm>
            </p:contentPart>
          </mc:Choice>
          <mc:Fallback>
            <p:pic>
              <p:nvPicPr>
                <p:cNvPr id="35" name="Entrada de lápiz 34">
                  <a:extLst>
                    <a:ext uri="{FF2B5EF4-FFF2-40B4-BE49-F238E27FC236}">
                      <a16:creationId xmlns:a16="http://schemas.microsoft.com/office/drawing/2014/main" id="{6B1B31B8-27F9-E61E-CA2F-2893E869D093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4443195" y="2286811"/>
                  <a:ext cx="756000" cy="48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6" name="Entrada de lápiz 35">
                  <a:extLst>
                    <a:ext uri="{FF2B5EF4-FFF2-40B4-BE49-F238E27FC236}">
                      <a16:creationId xmlns:a16="http://schemas.microsoft.com/office/drawing/2014/main" id="{A6A4411E-012C-C16B-2A47-475EA467F34C}"/>
                    </a:ext>
                  </a:extLst>
                </p14:cNvPr>
                <p14:cNvContentPartPr/>
                <p14:nvPr/>
              </p14:nvContentPartPr>
              <p14:xfrm>
                <a:off x="14411515" y="2139211"/>
                <a:ext cx="925920" cy="1097280"/>
              </p14:xfrm>
            </p:contentPart>
          </mc:Choice>
          <mc:Fallback>
            <p:pic>
              <p:nvPicPr>
                <p:cNvPr id="36" name="Entrada de lápiz 35">
                  <a:extLst>
                    <a:ext uri="{FF2B5EF4-FFF2-40B4-BE49-F238E27FC236}">
                      <a16:creationId xmlns:a16="http://schemas.microsoft.com/office/drawing/2014/main" id="{A6A4411E-012C-C16B-2A47-475EA467F34C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4402515" y="2130211"/>
                  <a:ext cx="943560" cy="11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7" name="Entrada de lápiz 36">
                  <a:extLst>
                    <a:ext uri="{FF2B5EF4-FFF2-40B4-BE49-F238E27FC236}">
                      <a16:creationId xmlns:a16="http://schemas.microsoft.com/office/drawing/2014/main" id="{A795D84D-8CD6-CA9C-67AE-D6D671EF23AE}"/>
                    </a:ext>
                  </a:extLst>
                </p14:cNvPr>
                <p14:cNvContentPartPr/>
                <p14:nvPr/>
              </p14:nvContentPartPr>
              <p14:xfrm>
                <a:off x="14125675" y="2692891"/>
                <a:ext cx="925560" cy="104760"/>
              </p14:xfrm>
            </p:contentPart>
          </mc:Choice>
          <mc:Fallback>
            <p:pic>
              <p:nvPicPr>
                <p:cNvPr id="37" name="Entrada de lápiz 36">
                  <a:extLst>
                    <a:ext uri="{FF2B5EF4-FFF2-40B4-BE49-F238E27FC236}">
                      <a16:creationId xmlns:a16="http://schemas.microsoft.com/office/drawing/2014/main" id="{A795D84D-8CD6-CA9C-67AE-D6D671EF23AE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4116675" y="2684251"/>
                  <a:ext cx="94320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9" name="Entrada de lápiz 38">
                  <a:extLst>
                    <a:ext uri="{FF2B5EF4-FFF2-40B4-BE49-F238E27FC236}">
                      <a16:creationId xmlns:a16="http://schemas.microsoft.com/office/drawing/2014/main" id="{04FC4979-147E-1997-85D1-1B5E2DA6FC09}"/>
                    </a:ext>
                  </a:extLst>
                </p14:cNvPr>
                <p14:cNvContentPartPr/>
                <p14:nvPr/>
              </p14:nvContentPartPr>
              <p14:xfrm>
                <a:off x="15285595" y="2714491"/>
                <a:ext cx="492480" cy="317160"/>
              </p14:xfrm>
            </p:contentPart>
          </mc:Choice>
          <mc:Fallback>
            <p:pic>
              <p:nvPicPr>
                <p:cNvPr id="39" name="Entrada de lápiz 38">
                  <a:extLst>
                    <a:ext uri="{FF2B5EF4-FFF2-40B4-BE49-F238E27FC236}">
                      <a16:creationId xmlns:a16="http://schemas.microsoft.com/office/drawing/2014/main" id="{04FC4979-147E-1997-85D1-1B5E2DA6FC09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5276595" y="2705851"/>
                  <a:ext cx="51012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0" name="Entrada de lápiz 39">
                  <a:extLst>
                    <a:ext uri="{FF2B5EF4-FFF2-40B4-BE49-F238E27FC236}">
                      <a16:creationId xmlns:a16="http://schemas.microsoft.com/office/drawing/2014/main" id="{CD44D694-5DED-4C61-7202-5DDCB01D7391}"/>
                    </a:ext>
                  </a:extLst>
                </p14:cNvPr>
                <p14:cNvContentPartPr/>
                <p14:nvPr/>
              </p14:nvContentPartPr>
              <p14:xfrm>
                <a:off x="14930275" y="2333971"/>
                <a:ext cx="459720" cy="94320"/>
              </p14:xfrm>
            </p:contentPart>
          </mc:Choice>
          <mc:Fallback>
            <p:pic>
              <p:nvPicPr>
                <p:cNvPr id="40" name="Entrada de lápiz 39">
                  <a:extLst>
                    <a:ext uri="{FF2B5EF4-FFF2-40B4-BE49-F238E27FC236}">
                      <a16:creationId xmlns:a16="http://schemas.microsoft.com/office/drawing/2014/main" id="{CD44D694-5DED-4C61-7202-5DDCB01D7391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4921275" y="2324971"/>
                  <a:ext cx="47736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1" name="Entrada de lápiz 40">
                  <a:extLst>
                    <a:ext uri="{FF2B5EF4-FFF2-40B4-BE49-F238E27FC236}">
                      <a16:creationId xmlns:a16="http://schemas.microsoft.com/office/drawing/2014/main" id="{685DEFCF-2846-D544-5F91-893AE3C9ED8D}"/>
                    </a:ext>
                  </a:extLst>
                </p14:cNvPr>
                <p14:cNvContentPartPr/>
                <p14:nvPr/>
              </p14:nvContentPartPr>
              <p14:xfrm>
                <a:off x="15843235" y="2563651"/>
                <a:ext cx="373680" cy="498960"/>
              </p14:xfrm>
            </p:contentPart>
          </mc:Choice>
          <mc:Fallback>
            <p:pic>
              <p:nvPicPr>
                <p:cNvPr id="41" name="Entrada de lápiz 40">
                  <a:extLst>
                    <a:ext uri="{FF2B5EF4-FFF2-40B4-BE49-F238E27FC236}">
                      <a16:creationId xmlns:a16="http://schemas.microsoft.com/office/drawing/2014/main" id="{685DEFCF-2846-D544-5F91-893AE3C9ED8D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5834595" y="2554651"/>
                  <a:ext cx="391320" cy="51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2" name="Entrada de lápiz 41">
                  <a:extLst>
                    <a:ext uri="{FF2B5EF4-FFF2-40B4-BE49-F238E27FC236}">
                      <a16:creationId xmlns:a16="http://schemas.microsoft.com/office/drawing/2014/main" id="{2A5F647F-C60E-6355-45F0-FE216D8E577E}"/>
                    </a:ext>
                  </a:extLst>
                </p14:cNvPr>
                <p14:cNvContentPartPr/>
                <p14:nvPr/>
              </p14:nvContentPartPr>
              <p14:xfrm>
                <a:off x="16351195" y="2387971"/>
                <a:ext cx="764640" cy="754200"/>
              </p14:xfrm>
            </p:contentPart>
          </mc:Choice>
          <mc:Fallback>
            <p:pic>
              <p:nvPicPr>
                <p:cNvPr id="42" name="Entrada de lápiz 41">
                  <a:extLst>
                    <a:ext uri="{FF2B5EF4-FFF2-40B4-BE49-F238E27FC236}">
                      <a16:creationId xmlns:a16="http://schemas.microsoft.com/office/drawing/2014/main" id="{2A5F647F-C60E-6355-45F0-FE216D8E577E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6342195" y="2378971"/>
                  <a:ext cx="782280" cy="771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0">
            <p14:nvContentPartPr>
              <p14:cNvPr id="44" name="Entrada de lápiz 43">
                <a:extLst>
                  <a:ext uri="{FF2B5EF4-FFF2-40B4-BE49-F238E27FC236}">
                    <a16:creationId xmlns:a16="http://schemas.microsoft.com/office/drawing/2014/main" id="{AA371AA5-6FD3-35CC-D2F2-9A1641511423}"/>
                  </a:ext>
                </a:extLst>
              </p14:cNvPr>
              <p14:cNvContentPartPr/>
              <p14:nvPr/>
            </p14:nvContentPartPr>
            <p14:xfrm>
              <a:off x="7359475" y="4721491"/>
              <a:ext cx="640080" cy="1321560"/>
            </p14:xfrm>
          </p:contentPart>
        </mc:Choice>
        <mc:Fallback>
          <p:pic>
            <p:nvPicPr>
              <p:cNvPr id="44" name="Entrada de lápiz 43">
                <a:extLst>
                  <a:ext uri="{FF2B5EF4-FFF2-40B4-BE49-F238E27FC236}">
                    <a16:creationId xmlns:a16="http://schemas.microsoft.com/office/drawing/2014/main" id="{AA371AA5-6FD3-35CC-D2F2-9A1641511423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7350475" y="4712491"/>
                <a:ext cx="657720" cy="1339200"/>
              </a:xfrm>
              <a:prstGeom prst="rect">
                <a:avLst/>
              </a:prstGeom>
            </p:spPr>
          </p:pic>
        </mc:Fallback>
      </mc:AlternateContent>
      <p:grpSp>
        <p:nvGrpSpPr>
          <p:cNvPr id="47" name="Grupo 46">
            <a:extLst>
              <a:ext uri="{FF2B5EF4-FFF2-40B4-BE49-F238E27FC236}">
                <a16:creationId xmlns:a16="http://schemas.microsoft.com/office/drawing/2014/main" id="{4EA7A843-B387-1F6D-4973-3159A3F4C5ED}"/>
              </a:ext>
            </a:extLst>
          </p:cNvPr>
          <p:cNvGrpSpPr/>
          <p:nvPr/>
        </p:nvGrpSpPr>
        <p:grpSpPr>
          <a:xfrm>
            <a:off x="8257675" y="4868371"/>
            <a:ext cx="961200" cy="435960"/>
            <a:chOff x="8257675" y="4868371"/>
            <a:chExt cx="961200" cy="435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5" name="Entrada de lápiz 44">
                  <a:extLst>
                    <a:ext uri="{FF2B5EF4-FFF2-40B4-BE49-F238E27FC236}">
                      <a16:creationId xmlns:a16="http://schemas.microsoft.com/office/drawing/2014/main" id="{AC4BF87D-E6F5-2244-7D61-C4C25E142767}"/>
                    </a:ext>
                  </a:extLst>
                </p14:cNvPr>
                <p14:cNvContentPartPr/>
                <p14:nvPr/>
              </p14:nvContentPartPr>
              <p14:xfrm>
                <a:off x="8257675" y="4895371"/>
                <a:ext cx="407880" cy="361080"/>
              </p14:xfrm>
            </p:contentPart>
          </mc:Choice>
          <mc:Fallback>
            <p:pic>
              <p:nvPicPr>
                <p:cNvPr id="45" name="Entrada de lápiz 44">
                  <a:extLst>
                    <a:ext uri="{FF2B5EF4-FFF2-40B4-BE49-F238E27FC236}">
                      <a16:creationId xmlns:a16="http://schemas.microsoft.com/office/drawing/2014/main" id="{AC4BF87D-E6F5-2244-7D61-C4C25E142767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8248675" y="4886731"/>
                  <a:ext cx="425520" cy="37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6" name="Entrada de lápiz 45">
                  <a:extLst>
                    <a:ext uri="{FF2B5EF4-FFF2-40B4-BE49-F238E27FC236}">
                      <a16:creationId xmlns:a16="http://schemas.microsoft.com/office/drawing/2014/main" id="{3BB69B98-9174-7794-93B7-1590B67EC6A4}"/>
                    </a:ext>
                  </a:extLst>
                </p14:cNvPr>
                <p14:cNvContentPartPr/>
                <p14:nvPr/>
              </p14:nvContentPartPr>
              <p14:xfrm>
                <a:off x="8693275" y="4868371"/>
                <a:ext cx="525600" cy="435960"/>
              </p14:xfrm>
            </p:contentPart>
          </mc:Choice>
          <mc:Fallback>
            <p:pic>
              <p:nvPicPr>
                <p:cNvPr id="46" name="Entrada de lápiz 45">
                  <a:extLst>
                    <a:ext uri="{FF2B5EF4-FFF2-40B4-BE49-F238E27FC236}">
                      <a16:creationId xmlns:a16="http://schemas.microsoft.com/office/drawing/2014/main" id="{3BB69B98-9174-7794-93B7-1590B67EC6A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684635" y="4859731"/>
                  <a:ext cx="543240" cy="453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" name="Grupo 50">
            <a:extLst>
              <a:ext uri="{FF2B5EF4-FFF2-40B4-BE49-F238E27FC236}">
                <a16:creationId xmlns:a16="http://schemas.microsoft.com/office/drawing/2014/main" id="{CB6863D2-BF04-9C81-98D7-72DB7485CF38}"/>
              </a:ext>
            </a:extLst>
          </p:cNvPr>
          <p:cNvGrpSpPr/>
          <p:nvPr/>
        </p:nvGrpSpPr>
        <p:grpSpPr>
          <a:xfrm>
            <a:off x="9358195" y="4846771"/>
            <a:ext cx="1233720" cy="495720"/>
            <a:chOff x="9358195" y="4846771"/>
            <a:chExt cx="1233720" cy="495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8" name="Entrada de lápiz 47">
                  <a:extLst>
                    <a:ext uri="{FF2B5EF4-FFF2-40B4-BE49-F238E27FC236}">
                      <a16:creationId xmlns:a16="http://schemas.microsoft.com/office/drawing/2014/main" id="{D0D60386-9F61-A246-A91C-B371174DD7A5}"/>
                    </a:ext>
                  </a:extLst>
                </p14:cNvPr>
                <p14:cNvContentPartPr/>
                <p14:nvPr/>
              </p14:nvContentPartPr>
              <p14:xfrm>
                <a:off x="9358195" y="4923451"/>
                <a:ext cx="441720" cy="419040"/>
              </p14:xfrm>
            </p:contentPart>
          </mc:Choice>
          <mc:Fallback>
            <p:pic>
              <p:nvPicPr>
                <p:cNvPr id="48" name="Entrada de lápiz 47">
                  <a:extLst>
                    <a:ext uri="{FF2B5EF4-FFF2-40B4-BE49-F238E27FC236}">
                      <a16:creationId xmlns:a16="http://schemas.microsoft.com/office/drawing/2014/main" id="{D0D60386-9F61-A246-A91C-B371174DD7A5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349555" y="4914451"/>
                  <a:ext cx="459360" cy="43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9" name="Entrada de lápiz 48">
                  <a:extLst>
                    <a:ext uri="{FF2B5EF4-FFF2-40B4-BE49-F238E27FC236}">
                      <a16:creationId xmlns:a16="http://schemas.microsoft.com/office/drawing/2014/main" id="{C8945941-6700-9DDE-6DA3-3F01330366E9}"/>
                    </a:ext>
                  </a:extLst>
                </p14:cNvPr>
                <p14:cNvContentPartPr/>
                <p14:nvPr/>
              </p14:nvContentPartPr>
              <p14:xfrm>
                <a:off x="9826195" y="5003731"/>
                <a:ext cx="353520" cy="212400"/>
              </p14:xfrm>
            </p:contentPart>
          </mc:Choice>
          <mc:Fallback>
            <p:pic>
              <p:nvPicPr>
                <p:cNvPr id="49" name="Entrada de lápiz 48">
                  <a:extLst>
                    <a:ext uri="{FF2B5EF4-FFF2-40B4-BE49-F238E27FC236}">
                      <a16:creationId xmlns:a16="http://schemas.microsoft.com/office/drawing/2014/main" id="{C8945941-6700-9DDE-6DA3-3F01330366E9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817555" y="4995091"/>
                  <a:ext cx="37116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0" name="Entrada de lápiz 49">
                  <a:extLst>
                    <a:ext uri="{FF2B5EF4-FFF2-40B4-BE49-F238E27FC236}">
                      <a16:creationId xmlns:a16="http://schemas.microsoft.com/office/drawing/2014/main" id="{74506C00-B6CA-272A-64B4-758B9B7E42B9}"/>
                    </a:ext>
                  </a:extLst>
                </p14:cNvPr>
                <p14:cNvContentPartPr/>
                <p14:nvPr/>
              </p14:nvContentPartPr>
              <p14:xfrm>
                <a:off x="10328395" y="4846771"/>
                <a:ext cx="263520" cy="421560"/>
              </p14:xfrm>
            </p:contentPart>
          </mc:Choice>
          <mc:Fallback>
            <p:pic>
              <p:nvPicPr>
                <p:cNvPr id="50" name="Entrada de lápiz 49">
                  <a:extLst>
                    <a:ext uri="{FF2B5EF4-FFF2-40B4-BE49-F238E27FC236}">
                      <a16:creationId xmlns:a16="http://schemas.microsoft.com/office/drawing/2014/main" id="{74506C00-B6CA-272A-64B4-758B9B7E42B9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0319755" y="4837771"/>
                  <a:ext cx="281160" cy="439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Grupo 61">
            <a:extLst>
              <a:ext uri="{FF2B5EF4-FFF2-40B4-BE49-F238E27FC236}">
                <a16:creationId xmlns:a16="http://schemas.microsoft.com/office/drawing/2014/main" id="{6BAFAE47-134F-F7A9-6C7D-C091CF227DD6}"/>
              </a:ext>
            </a:extLst>
          </p:cNvPr>
          <p:cNvGrpSpPr/>
          <p:nvPr/>
        </p:nvGrpSpPr>
        <p:grpSpPr>
          <a:xfrm>
            <a:off x="2879275" y="7628851"/>
            <a:ext cx="3142440" cy="963360"/>
            <a:chOff x="2879275" y="7628851"/>
            <a:chExt cx="3142440" cy="963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2" name="Entrada de lápiz 51">
                  <a:extLst>
                    <a:ext uri="{FF2B5EF4-FFF2-40B4-BE49-F238E27FC236}">
                      <a16:creationId xmlns:a16="http://schemas.microsoft.com/office/drawing/2014/main" id="{5845307B-B639-078C-DA96-B5623AB7A5A3}"/>
                    </a:ext>
                  </a:extLst>
                </p14:cNvPr>
                <p14:cNvContentPartPr/>
                <p14:nvPr/>
              </p14:nvContentPartPr>
              <p14:xfrm>
                <a:off x="3249715" y="7628851"/>
                <a:ext cx="53280" cy="617400"/>
              </p14:xfrm>
            </p:contentPart>
          </mc:Choice>
          <mc:Fallback>
            <p:pic>
              <p:nvPicPr>
                <p:cNvPr id="52" name="Entrada de lápiz 51">
                  <a:extLst>
                    <a:ext uri="{FF2B5EF4-FFF2-40B4-BE49-F238E27FC236}">
                      <a16:creationId xmlns:a16="http://schemas.microsoft.com/office/drawing/2014/main" id="{5845307B-B639-078C-DA96-B5623AB7A5A3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3240715" y="7619851"/>
                  <a:ext cx="70920" cy="63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3" name="Entrada de lápiz 52">
                  <a:extLst>
                    <a:ext uri="{FF2B5EF4-FFF2-40B4-BE49-F238E27FC236}">
                      <a16:creationId xmlns:a16="http://schemas.microsoft.com/office/drawing/2014/main" id="{38C160D0-0EC6-C452-51B4-BCBFC788B9E1}"/>
                    </a:ext>
                  </a:extLst>
                </p14:cNvPr>
                <p14:cNvContentPartPr/>
                <p14:nvPr/>
              </p14:nvContentPartPr>
              <p14:xfrm>
                <a:off x="3084475" y="8231851"/>
                <a:ext cx="363960" cy="92160"/>
              </p14:xfrm>
            </p:contentPart>
          </mc:Choice>
          <mc:Fallback>
            <p:pic>
              <p:nvPicPr>
                <p:cNvPr id="53" name="Entrada de lápiz 52">
                  <a:extLst>
                    <a:ext uri="{FF2B5EF4-FFF2-40B4-BE49-F238E27FC236}">
                      <a16:creationId xmlns:a16="http://schemas.microsoft.com/office/drawing/2014/main" id="{38C160D0-0EC6-C452-51B4-BCBFC788B9E1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075475" y="8223211"/>
                  <a:ext cx="38160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4" name="Entrada de lápiz 53">
                  <a:extLst>
                    <a:ext uri="{FF2B5EF4-FFF2-40B4-BE49-F238E27FC236}">
                      <a16:creationId xmlns:a16="http://schemas.microsoft.com/office/drawing/2014/main" id="{2F088A4E-E492-978A-E2FA-98CF72C8214C}"/>
                    </a:ext>
                  </a:extLst>
                </p14:cNvPr>
                <p14:cNvContentPartPr/>
                <p14:nvPr/>
              </p14:nvContentPartPr>
              <p14:xfrm>
                <a:off x="2879275" y="7729651"/>
                <a:ext cx="569160" cy="363600"/>
              </p14:xfrm>
            </p:contentPart>
          </mc:Choice>
          <mc:Fallback>
            <p:pic>
              <p:nvPicPr>
                <p:cNvPr id="54" name="Entrada de lápiz 53">
                  <a:extLst>
                    <a:ext uri="{FF2B5EF4-FFF2-40B4-BE49-F238E27FC236}">
                      <a16:creationId xmlns:a16="http://schemas.microsoft.com/office/drawing/2014/main" id="{2F088A4E-E492-978A-E2FA-98CF72C8214C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870635" y="7720651"/>
                  <a:ext cx="586800" cy="38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6" name="Entrada de lápiz 55">
                  <a:extLst>
                    <a:ext uri="{FF2B5EF4-FFF2-40B4-BE49-F238E27FC236}">
                      <a16:creationId xmlns:a16="http://schemas.microsoft.com/office/drawing/2014/main" id="{D1DE49AF-A429-C459-47FE-242212EB6187}"/>
                    </a:ext>
                  </a:extLst>
                </p14:cNvPr>
                <p14:cNvContentPartPr/>
                <p14:nvPr/>
              </p14:nvContentPartPr>
              <p14:xfrm>
                <a:off x="3602875" y="7992451"/>
                <a:ext cx="371520" cy="202680"/>
              </p14:xfrm>
            </p:contentPart>
          </mc:Choice>
          <mc:Fallback>
            <p:pic>
              <p:nvPicPr>
                <p:cNvPr id="56" name="Entrada de lápiz 55">
                  <a:extLst>
                    <a:ext uri="{FF2B5EF4-FFF2-40B4-BE49-F238E27FC236}">
                      <a16:creationId xmlns:a16="http://schemas.microsoft.com/office/drawing/2014/main" id="{D1DE49AF-A429-C459-47FE-242212EB6187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593875" y="7983451"/>
                  <a:ext cx="38916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7" name="Entrada de lápiz 56">
                  <a:extLst>
                    <a:ext uri="{FF2B5EF4-FFF2-40B4-BE49-F238E27FC236}">
                      <a16:creationId xmlns:a16="http://schemas.microsoft.com/office/drawing/2014/main" id="{C2278C57-B7A3-2ECE-0EF9-ED2BD4806200}"/>
                    </a:ext>
                  </a:extLst>
                </p14:cNvPr>
                <p14:cNvContentPartPr/>
                <p14:nvPr/>
              </p14:nvContentPartPr>
              <p14:xfrm>
                <a:off x="3990955" y="7865011"/>
                <a:ext cx="405720" cy="727200"/>
              </p14:xfrm>
            </p:contentPart>
          </mc:Choice>
          <mc:Fallback>
            <p:pic>
              <p:nvPicPr>
                <p:cNvPr id="57" name="Entrada de lápiz 56">
                  <a:extLst>
                    <a:ext uri="{FF2B5EF4-FFF2-40B4-BE49-F238E27FC236}">
                      <a16:creationId xmlns:a16="http://schemas.microsoft.com/office/drawing/2014/main" id="{C2278C57-B7A3-2ECE-0EF9-ED2BD4806200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3981955" y="7856011"/>
                  <a:ext cx="423360" cy="74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8" name="Entrada de lápiz 57">
                  <a:extLst>
                    <a:ext uri="{FF2B5EF4-FFF2-40B4-BE49-F238E27FC236}">
                      <a16:creationId xmlns:a16="http://schemas.microsoft.com/office/drawing/2014/main" id="{BF2D2D81-98FC-2DFA-B199-1D27F0578586}"/>
                    </a:ext>
                  </a:extLst>
                </p14:cNvPr>
                <p14:cNvContentPartPr/>
                <p14:nvPr/>
              </p14:nvContentPartPr>
              <p14:xfrm>
                <a:off x="4558315" y="7838011"/>
                <a:ext cx="327960" cy="318600"/>
              </p14:xfrm>
            </p:contentPart>
          </mc:Choice>
          <mc:Fallback>
            <p:pic>
              <p:nvPicPr>
                <p:cNvPr id="58" name="Entrada de lápiz 57">
                  <a:extLst>
                    <a:ext uri="{FF2B5EF4-FFF2-40B4-BE49-F238E27FC236}">
                      <a16:creationId xmlns:a16="http://schemas.microsoft.com/office/drawing/2014/main" id="{BF2D2D81-98FC-2DFA-B199-1D27F0578586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549675" y="7829371"/>
                  <a:ext cx="345600" cy="33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0" name="Entrada de lápiz 59">
                  <a:extLst>
                    <a:ext uri="{FF2B5EF4-FFF2-40B4-BE49-F238E27FC236}">
                      <a16:creationId xmlns:a16="http://schemas.microsoft.com/office/drawing/2014/main" id="{32DAB6C9-AB89-A634-DDF0-0315EF069CBC}"/>
                    </a:ext>
                  </a:extLst>
                </p14:cNvPr>
                <p14:cNvContentPartPr/>
                <p14:nvPr/>
              </p14:nvContentPartPr>
              <p14:xfrm>
                <a:off x="4885915" y="7738651"/>
                <a:ext cx="814680" cy="439200"/>
              </p14:xfrm>
            </p:contentPart>
          </mc:Choice>
          <mc:Fallback>
            <p:pic>
              <p:nvPicPr>
                <p:cNvPr id="60" name="Entrada de lápiz 59">
                  <a:extLst>
                    <a:ext uri="{FF2B5EF4-FFF2-40B4-BE49-F238E27FC236}">
                      <a16:creationId xmlns:a16="http://schemas.microsoft.com/office/drawing/2014/main" id="{32DAB6C9-AB89-A634-DDF0-0315EF069CBC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877275" y="7730011"/>
                  <a:ext cx="832320" cy="45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1" name="Entrada de lápiz 60">
                  <a:extLst>
                    <a:ext uri="{FF2B5EF4-FFF2-40B4-BE49-F238E27FC236}">
                      <a16:creationId xmlns:a16="http://schemas.microsoft.com/office/drawing/2014/main" id="{6A4B3EBF-C9DC-1C61-FA56-E9A032FE26DC}"/>
                    </a:ext>
                  </a:extLst>
                </p14:cNvPr>
                <p14:cNvContentPartPr/>
                <p14:nvPr/>
              </p14:nvContentPartPr>
              <p14:xfrm>
                <a:off x="5760355" y="7755571"/>
                <a:ext cx="261360" cy="423360"/>
              </p14:xfrm>
            </p:contentPart>
          </mc:Choice>
          <mc:Fallback>
            <p:pic>
              <p:nvPicPr>
                <p:cNvPr id="61" name="Entrada de lápiz 60">
                  <a:extLst>
                    <a:ext uri="{FF2B5EF4-FFF2-40B4-BE49-F238E27FC236}">
                      <a16:creationId xmlns:a16="http://schemas.microsoft.com/office/drawing/2014/main" id="{6A4B3EBF-C9DC-1C61-FA56-E9A032FE26DC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5751715" y="7746931"/>
                  <a:ext cx="279000" cy="441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8">
            <p14:nvContentPartPr>
              <p14:cNvPr id="63" name="Entrada de lápiz 62">
                <a:extLst>
                  <a:ext uri="{FF2B5EF4-FFF2-40B4-BE49-F238E27FC236}">
                    <a16:creationId xmlns:a16="http://schemas.microsoft.com/office/drawing/2014/main" id="{10425775-7766-8C8D-C2FD-803A39209483}"/>
                  </a:ext>
                </a:extLst>
              </p14:cNvPr>
              <p14:cNvContentPartPr/>
              <p14:nvPr/>
            </p14:nvContentPartPr>
            <p14:xfrm>
              <a:off x="17646835" y="2474011"/>
              <a:ext cx="245880" cy="624600"/>
            </p14:xfrm>
          </p:contentPart>
        </mc:Choice>
        <mc:Fallback>
          <p:pic>
            <p:nvPicPr>
              <p:cNvPr id="63" name="Entrada de lápiz 62">
                <a:extLst>
                  <a:ext uri="{FF2B5EF4-FFF2-40B4-BE49-F238E27FC236}">
                    <a16:creationId xmlns:a16="http://schemas.microsoft.com/office/drawing/2014/main" id="{10425775-7766-8C8D-C2FD-803A39209483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17638195" y="2465011"/>
                <a:ext cx="263520" cy="642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0">
            <p14:nvContentPartPr>
              <p14:cNvPr id="64" name="Entrada de lápiz 63">
                <a:extLst>
                  <a:ext uri="{FF2B5EF4-FFF2-40B4-BE49-F238E27FC236}">
                    <a16:creationId xmlns:a16="http://schemas.microsoft.com/office/drawing/2014/main" id="{4A2DBB3B-7401-13E6-29E0-3D99CA63000C}"/>
                  </a:ext>
                </a:extLst>
              </p14:cNvPr>
              <p14:cNvContentPartPr/>
              <p14:nvPr/>
            </p14:nvContentPartPr>
            <p14:xfrm>
              <a:off x="6782755" y="5417731"/>
              <a:ext cx="360" cy="360"/>
            </p14:xfrm>
          </p:contentPart>
        </mc:Choice>
        <mc:Fallback>
          <p:pic>
            <p:nvPicPr>
              <p:cNvPr id="64" name="Entrada de lápiz 63">
                <a:extLst>
                  <a:ext uri="{FF2B5EF4-FFF2-40B4-BE49-F238E27FC236}">
                    <a16:creationId xmlns:a16="http://schemas.microsoft.com/office/drawing/2014/main" id="{4A2DBB3B-7401-13E6-29E0-3D99CA63000C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6774115" y="5409091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2">
            <p14:nvContentPartPr>
              <p14:cNvPr id="65" name="Entrada de lápiz 64">
                <a:extLst>
                  <a:ext uri="{FF2B5EF4-FFF2-40B4-BE49-F238E27FC236}">
                    <a16:creationId xmlns:a16="http://schemas.microsoft.com/office/drawing/2014/main" id="{22DAB7DB-0DE7-A714-A6A7-0AC6F418D881}"/>
                  </a:ext>
                </a:extLst>
              </p14:cNvPr>
              <p14:cNvContentPartPr/>
              <p14:nvPr/>
            </p14:nvContentPartPr>
            <p14:xfrm>
              <a:off x="6933235" y="7683571"/>
              <a:ext cx="419760" cy="360"/>
            </p14:xfrm>
          </p:contentPart>
        </mc:Choice>
        <mc:Fallback>
          <p:pic>
            <p:nvPicPr>
              <p:cNvPr id="65" name="Entrada de lápiz 64">
                <a:extLst>
                  <a:ext uri="{FF2B5EF4-FFF2-40B4-BE49-F238E27FC236}">
                    <a16:creationId xmlns:a16="http://schemas.microsoft.com/office/drawing/2014/main" id="{22DAB7DB-0DE7-A714-A6A7-0AC6F418D881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6924235" y="7674571"/>
                <a:ext cx="4374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4">
            <p14:nvContentPartPr>
              <p14:cNvPr id="66" name="Entrada de lápiz 65">
                <a:extLst>
                  <a:ext uri="{FF2B5EF4-FFF2-40B4-BE49-F238E27FC236}">
                    <a16:creationId xmlns:a16="http://schemas.microsoft.com/office/drawing/2014/main" id="{829BF3B7-1E14-1D6C-F53B-8340BF8C97AB}"/>
                  </a:ext>
                </a:extLst>
              </p14:cNvPr>
              <p14:cNvContentPartPr/>
              <p14:nvPr/>
            </p14:nvContentPartPr>
            <p14:xfrm>
              <a:off x="7097035" y="7997491"/>
              <a:ext cx="1035000" cy="90360"/>
            </p14:xfrm>
          </p:contentPart>
        </mc:Choice>
        <mc:Fallback>
          <p:pic>
            <p:nvPicPr>
              <p:cNvPr id="66" name="Entrada de lápiz 65">
                <a:extLst>
                  <a:ext uri="{FF2B5EF4-FFF2-40B4-BE49-F238E27FC236}">
                    <a16:creationId xmlns:a16="http://schemas.microsoft.com/office/drawing/2014/main" id="{829BF3B7-1E14-1D6C-F53B-8340BF8C97AB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7088035" y="7988851"/>
                <a:ext cx="1052640" cy="10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6">
            <p14:nvContentPartPr>
              <p14:cNvPr id="70" name="Entrada de lápiz 69">
                <a:extLst>
                  <a:ext uri="{FF2B5EF4-FFF2-40B4-BE49-F238E27FC236}">
                    <a16:creationId xmlns:a16="http://schemas.microsoft.com/office/drawing/2014/main" id="{554565F7-2B06-DADA-8FFE-E7E5CFC48B08}"/>
                  </a:ext>
                </a:extLst>
              </p14:cNvPr>
              <p14:cNvContentPartPr/>
              <p14:nvPr/>
            </p14:nvContentPartPr>
            <p14:xfrm>
              <a:off x="8992795" y="6014611"/>
              <a:ext cx="861840" cy="2656080"/>
            </p14:xfrm>
          </p:contentPart>
        </mc:Choice>
        <mc:Fallback>
          <p:pic>
            <p:nvPicPr>
              <p:cNvPr id="70" name="Entrada de lápiz 69">
                <a:extLst>
                  <a:ext uri="{FF2B5EF4-FFF2-40B4-BE49-F238E27FC236}">
                    <a16:creationId xmlns:a16="http://schemas.microsoft.com/office/drawing/2014/main" id="{554565F7-2B06-DADA-8FFE-E7E5CFC48B08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8984155" y="6005611"/>
                <a:ext cx="879480" cy="2673720"/>
              </a:xfrm>
              <a:prstGeom prst="rect">
                <a:avLst/>
              </a:prstGeom>
            </p:spPr>
          </p:pic>
        </mc:Fallback>
      </mc:AlternateContent>
      <p:grpSp>
        <p:nvGrpSpPr>
          <p:cNvPr id="72" name="Grupo 71">
            <a:extLst>
              <a:ext uri="{FF2B5EF4-FFF2-40B4-BE49-F238E27FC236}">
                <a16:creationId xmlns:a16="http://schemas.microsoft.com/office/drawing/2014/main" id="{794E4349-01DB-C01F-BEC4-F844D9801C97}"/>
              </a:ext>
            </a:extLst>
          </p:cNvPr>
          <p:cNvGrpSpPr/>
          <p:nvPr/>
        </p:nvGrpSpPr>
        <p:grpSpPr>
          <a:xfrm>
            <a:off x="10546555" y="7451011"/>
            <a:ext cx="1794600" cy="1740240"/>
            <a:chOff x="10546555" y="7451011"/>
            <a:chExt cx="1794600" cy="1740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67" name="Entrada de lápiz 66">
                  <a:extLst>
                    <a:ext uri="{FF2B5EF4-FFF2-40B4-BE49-F238E27FC236}">
                      <a16:creationId xmlns:a16="http://schemas.microsoft.com/office/drawing/2014/main" id="{15FFACAD-282F-841B-E54D-C31A9F6E2E97}"/>
                    </a:ext>
                  </a:extLst>
                </p14:cNvPr>
                <p14:cNvContentPartPr/>
                <p14:nvPr/>
              </p14:nvContentPartPr>
              <p14:xfrm>
                <a:off x="10546555" y="7510051"/>
                <a:ext cx="729000" cy="1681200"/>
              </p14:xfrm>
            </p:contentPart>
          </mc:Choice>
          <mc:Fallback>
            <p:pic>
              <p:nvPicPr>
                <p:cNvPr id="67" name="Entrada de lápiz 66">
                  <a:extLst>
                    <a:ext uri="{FF2B5EF4-FFF2-40B4-BE49-F238E27FC236}">
                      <a16:creationId xmlns:a16="http://schemas.microsoft.com/office/drawing/2014/main" id="{15FFACAD-282F-841B-E54D-C31A9F6E2E97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0537555" y="7501051"/>
                  <a:ext cx="746640" cy="169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68" name="Entrada de lápiz 67">
                  <a:extLst>
                    <a:ext uri="{FF2B5EF4-FFF2-40B4-BE49-F238E27FC236}">
                      <a16:creationId xmlns:a16="http://schemas.microsoft.com/office/drawing/2014/main" id="{9ECC3E46-B281-1799-5218-ADAFDC86ACD9}"/>
                    </a:ext>
                  </a:extLst>
                </p14:cNvPr>
                <p14:cNvContentPartPr/>
                <p14:nvPr/>
              </p14:nvContentPartPr>
              <p14:xfrm>
                <a:off x="11488675" y="7479091"/>
                <a:ext cx="852480" cy="595440"/>
              </p14:xfrm>
            </p:contentPart>
          </mc:Choice>
          <mc:Fallback>
            <p:pic>
              <p:nvPicPr>
                <p:cNvPr id="68" name="Entrada de lápiz 67">
                  <a:extLst>
                    <a:ext uri="{FF2B5EF4-FFF2-40B4-BE49-F238E27FC236}">
                      <a16:creationId xmlns:a16="http://schemas.microsoft.com/office/drawing/2014/main" id="{9ECC3E46-B281-1799-5218-ADAFDC86ACD9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1479675" y="7470451"/>
                  <a:ext cx="870120" cy="61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1" name="Entrada de lápiz 70">
                  <a:extLst>
                    <a:ext uri="{FF2B5EF4-FFF2-40B4-BE49-F238E27FC236}">
                      <a16:creationId xmlns:a16="http://schemas.microsoft.com/office/drawing/2014/main" id="{EABE09FC-389F-1C1F-8ECA-16E1C1CCA231}"/>
                    </a:ext>
                  </a:extLst>
                </p14:cNvPr>
                <p14:cNvContentPartPr/>
                <p14:nvPr/>
              </p14:nvContentPartPr>
              <p14:xfrm>
                <a:off x="10850035" y="7451011"/>
                <a:ext cx="356400" cy="192240"/>
              </p14:xfrm>
            </p:contentPart>
          </mc:Choice>
          <mc:Fallback>
            <p:pic>
              <p:nvPicPr>
                <p:cNvPr id="71" name="Entrada de lápiz 70">
                  <a:extLst>
                    <a:ext uri="{FF2B5EF4-FFF2-40B4-BE49-F238E27FC236}">
                      <a16:creationId xmlns:a16="http://schemas.microsoft.com/office/drawing/2014/main" id="{EABE09FC-389F-1C1F-8ECA-16E1C1CCA231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0841395" y="7442011"/>
                  <a:ext cx="374040" cy="2098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8685111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E8DB6C-F8EB-E6F9-5D53-DB323B89A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FA2542D-D685-CE1C-B36D-228EFB588A18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5AA03C7C-AA16-6708-B46B-DDDE76697407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230D0384-FD72-DB92-143B-79A22DFE1923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0AA3A878-6F8B-B53A-A42E-26E5235539F0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4C3F4F51-6A60-FE8C-E939-011733DCFF5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CD7D8B32-1C37-F970-8710-1E4D3EFCD92D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2538515C-71A5-D8D9-37D3-618D1E2C7B0C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BE35D9A5-3CEF-C6F7-0C89-8B4300BD7336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D8CD4B13-6E20-626F-7873-7B89291A82EC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CB36DD9D-00E6-A012-90E6-71FC5D58D5D3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F46963D6-F28C-FD02-C20C-9093C1ED3B75}"/>
              </a:ext>
            </a:extLst>
          </p:cNvPr>
          <p:cNvSpPr txBox="1">
            <a:spLocks/>
          </p:cNvSpPr>
          <p:nvPr/>
        </p:nvSpPr>
        <p:spPr>
          <a:xfrm>
            <a:off x="4267200" y="1172510"/>
            <a:ext cx="8229600" cy="11430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dirty="0"/>
              <a:t>Imputación de valores faltantes –3</a:t>
            </a:r>
            <a:endParaRPr lang="es-ES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272C168D-4D1B-02E4-F3A6-56E9C724FA5B}"/>
              </a:ext>
            </a:extLst>
          </p:cNvPr>
          <p:cNvSpPr txBox="1">
            <a:spLocks/>
          </p:cNvSpPr>
          <p:nvPr/>
        </p:nvSpPr>
        <p:spPr>
          <a:xfrm>
            <a:off x="2057400" y="3643373"/>
            <a:ext cx="12649200" cy="8201177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Método de regresión</a:t>
            </a:r>
            <a:endParaRPr lang="es-ES" sz="44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Usar regresión lineal, barrer de izquierda a derecha</a:t>
            </a:r>
            <a:endParaRPr lang="es-ES" sz="40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700"/>
              </a:spcBef>
              <a:buFont typeface="Arial" pitchFamily="34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       X3=</a:t>
            </a:r>
            <a:r>
              <a:rPr lang="es-ES" sz="4000" dirty="0" err="1"/>
              <a:t>a+b</a:t>
            </a:r>
            <a:r>
              <a:rPr lang="es-ES" sz="4000" dirty="0"/>
              <a:t>*X2+c*X1;</a:t>
            </a:r>
            <a:endParaRPr lang="es-ES" sz="40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700"/>
              </a:spcBef>
              <a:buFont typeface="Arial" pitchFamily="34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       X4=</a:t>
            </a:r>
            <a:r>
              <a:rPr lang="es-ES" sz="4000" dirty="0" err="1"/>
              <a:t>d+e</a:t>
            </a:r>
            <a:r>
              <a:rPr lang="es-ES" sz="4000" dirty="0"/>
              <a:t>*X3+f*X2+g*X1,  y así sucesivamente</a:t>
            </a:r>
            <a:endParaRPr lang="es-ES" sz="40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X3 en la segunda ecuación se estima desde la primera ecuación si falta</a:t>
            </a:r>
            <a:endParaRPr lang="es-ES" sz="4000" dirty="0">
              <a:solidFill>
                <a:srgbClr val="000000"/>
              </a:solidFill>
              <a:latin typeface="Arial"/>
            </a:endParaRPr>
          </a:p>
          <a:p>
            <a:pPr marL="743040" lvl="1" indent="0">
              <a:spcBef>
                <a:spcPts val="700"/>
              </a:spcBef>
              <a:buFont typeface="Arial" pitchFamily="34" charset="0"/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s-ES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2866676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FED1E-AFB3-DE9C-EF12-CEAEB378E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F5FB14A-36BE-3E13-BCCF-1BDD76F2865D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C9A9E56B-FFC9-3A09-D171-66F7A87B8A3F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8A9BC03D-9433-9D95-2B06-52802F960540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DBCAE07D-6FB8-FEE4-C9C8-D09B9425D6A4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88A08A01-0BF9-2819-A8A1-E104E1DB7D2E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037774A3-2F14-3FCB-91F8-833CE8CB77EB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03CA3183-0C73-ECF8-BA51-0867D11E0F95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3E9F66B9-7A93-5B97-B790-80503CA6D279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522FA1E8-FD78-3BAB-AB5C-6370C42BA208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8170A765-2858-319D-5A4C-6152B50380F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F2B8D024-9104-C2FB-3449-65920219B46C}"/>
              </a:ext>
            </a:extLst>
          </p:cNvPr>
          <p:cNvSpPr txBox="1">
            <a:spLocks/>
          </p:cNvSpPr>
          <p:nvPr/>
        </p:nvSpPr>
        <p:spPr>
          <a:xfrm>
            <a:off x="5029200" y="959316"/>
            <a:ext cx="8229600" cy="11430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/>
              <a:t>Imputación de valores faltantes - 3</a:t>
            </a:r>
            <a:endParaRPr lang="es-ES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2B992880-78D0-1734-77D9-C39F292E59FA}"/>
              </a:ext>
            </a:extLst>
          </p:cNvPr>
          <p:cNvSpPr txBox="1">
            <a:spLocks/>
          </p:cNvSpPr>
          <p:nvPr/>
        </p:nvSpPr>
        <p:spPr>
          <a:xfrm>
            <a:off x="952500" y="3314700"/>
            <a:ext cx="15468600" cy="7645773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 fontScale="92500" lnSpcReduction="9999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800" dirty="0"/>
              <a:t>Puntajes de propensión (no paramétricos)</a:t>
            </a:r>
            <a:endParaRPr lang="es-ES" sz="48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300" dirty="0"/>
              <a:t>Sea </a:t>
            </a:r>
            <a:r>
              <a:rPr lang="es-ES" sz="4300" dirty="0" err="1"/>
              <a:t>Yj</a:t>
            </a:r>
            <a:r>
              <a:rPr lang="es-ES" sz="4300" dirty="0"/>
              <a:t>=1 si </a:t>
            </a:r>
            <a:r>
              <a:rPr lang="es-ES" sz="4300" dirty="0" err="1"/>
              <a:t>Xj</a:t>
            </a:r>
            <a:r>
              <a:rPr lang="es-ES" sz="4300" dirty="0"/>
              <a:t> falta, 0 en caso contrario</a:t>
            </a:r>
            <a:endParaRPr lang="es-ES" sz="43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300" dirty="0"/>
              <a:t>Estimar P(</a:t>
            </a:r>
            <a:r>
              <a:rPr lang="es-ES" sz="4300" dirty="0" err="1"/>
              <a:t>Yj</a:t>
            </a:r>
            <a:r>
              <a:rPr lang="es-ES" sz="4300" dirty="0"/>
              <a:t> =1) basada en X1 hasta X(j-1) usando regresión logística</a:t>
            </a:r>
            <a:endParaRPr lang="es-ES" sz="43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300" dirty="0"/>
              <a:t>Agrupar por puntaje de propensión P(</a:t>
            </a:r>
            <a:r>
              <a:rPr lang="es-ES" sz="4300" dirty="0" err="1"/>
              <a:t>Yj</a:t>
            </a:r>
            <a:r>
              <a:rPr lang="es-ES" sz="4300" dirty="0"/>
              <a:t> =1)</a:t>
            </a:r>
            <a:endParaRPr lang="es-ES" sz="43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300" dirty="0"/>
              <a:t>Dentro de cada grupo, estimar </a:t>
            </a:r>
            <a:r>
              <a:rPr lang="es-ES" sz="4300" dirty="0" err="1"/>
              <a:t>Xj</a:t>
            </a:r>
            <a:r>
              <a:rPr lang="es-ES" sz="4300" dirty="0"/>
              <a:t> faltantes a partir de </a:t>
            </a:r>
            <a:r>
              <a:rPr lang="es-ES" sz="4300" dirty="0" err="1"/>
              <a:t>Xj</a:t>
            </a:r>
            <a:r>
              <a:rPr lang="es-ES" sz="4300" dirty="0"/>
              <a:t> conocidos usando </a:t>
            </a:r>
            <a:r>
              <a:rPr lang="es-ES" sz="4300" dirty="0" err="1"/>
              <a:t>bootstrap</a:t>
            </a:r>
            <a:r>
              <a:rPr lang="es-ES" sz="4300" dirty="0"/>
              <a:t> bayesiano aproximado.</a:t>
            </a:r>
            <a:endParaRPr lang="es-ES" sz="43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300" dirty="0"/>
              <a:t>Repetir hasta que todos los atributos estén poblados</a:t>
            </a:r>
            <a:r>
              <a:rPr lang="es-ES" dirty="0"/>
              <a:t>.</a:t>
            </a:r>
            <a:endParaRPr lang="es-E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034309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C79B9-881E-DBC0-3E71-AF54BC015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D4193AE-51AC-9E9E-2BEF-5ED75366D789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33A9FCE4-5962-AA5B-5F5F-F298936DB2FB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F2EBA8CC-B667-2CDE-5346-9B890F89B246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B20C6138-C686-6596-4D39-0271FC872659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25BBC7FE-617E-C6C6-08CD-80250B20A65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ABE24F47-9DD3-1E30-E3BD-BDBEB9D9F026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A47535E1-2BBC-9D15-B3A6-A932B05F0090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281223D7-D102-643C-E478-3614C4E1FC77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C07BF1FF-CE80-6FEF-9241-247FEA247ECF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E4BA3934-F65D-6C0B-4084-B642B9E6461E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E8181AC7-AA69-1302-F339-97FB5FC12CD0}"/>
              </a:ext>
            </a:extLst>
          </p:cNvPr>
          <p:cNvSpPr txBox="1">
            <a:spLocks/>
          </p:cNvSpPr>
          <p:nvPr/>
        </p:nvSpPr>
        <p:spPr>
          <a:xfrm>
            <a:off x="4076700" y="1409700"/>
            <a:ext cx="8229600" cy="11430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dirty="0"/>
              <a:t>Imputación de valores faltantes - 4</a:t>
            </a:r>
            <a:endParaRPr lang="es-ES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3C3C5207-6110-1261-7AAE-BFA313F057BA}"/>
              </a:ext>
            </a:extLst>
          </p:cNvPr>
          <p:cNvSpPr txBox="1">
            <a:spLocks/>
          </p:cNvSpPr>
          <p:nvPr/>
        </p:nvSpPr>
        <p:spPr>
          <a:xfrm>
            <a:off x="1981200" y="3314700"/>
            <a:ext cx="12420600" cy="78105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 fontScale="92500" lnSpcReduction="19999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Patrón de faltantes arbitrario</a:t>
            </a:r>
            <a:endParaRPr lang="es-ES" sz="36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 err="1"/>
              <a:t>Markov</a:t>
            </a:r>
            <a:r>
              <a:rPr lang="es-ES" sz="3600" dirty="0"/>
              <a:t> </a:t>
            </a:r>
            <a:r>
              <a:rPr lang="es-ES" sz="3600" dirty="0" err="1"/>
              <a:t>Chain</a:t>
            </a:r>
            <a:r>
              <a:rPr lang="es-ES" sz="3600" dirty="0"/>
              <a:t> Monte Carlo (MCMC)</a:t>
            </a:r>
            <a:endParaRPr lang="es-ES" sz="36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Asumir que los datos son normales multivariados, con parámetro beta</a:t>
            </a:r>
            <a:endParaRPr lang="es-ES" sz="36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(1) Simular X faltante, dado beta estimado a partir de X observado; (2) Recalcular beta usando X rellenado</a:t>
            </a:r>
            <a:endParaRPr lang="es-ES" sz="36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Repetir hasta estabilizar. </a:t>
            </a:r>
            <a:endParaRPr lang="es-ES" sz="3600" dirty="0">
              <a:solidFill>
                <a:srgbClr val="000000"/>
              </a:solidFill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Costoso: se usa más a menudo para inducir monotonía</a:t>
            </a:r>
            <a:br>
              <a:rPr lang="es-ES" sz="3600" dirty="0"/>
            </a:br>
            <a:r>
              <a:rPr lang="es-ES" sz="3600" dirty="0"/>
              <a:t> </a:t>
            </a:r>
            <a:endParaRPr lang="es-ES" sz="3600" dirty="0">
              <a:solidFill>
                <a:srgbClr val="000000"/>
              </a:solidFill>
            </a:endParaRPr>
          </a:p>
          <a:p>
            <a:pPr marL="343080" indent="-343080">
              <a:spcBef>
                <a:spcPts val="601"/>
              </a:spcBef>
              <a:buClr>
                <a:srgbClr val="0000FF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Nota: los valores imputados son útiles en agregados, pero no se pueden confiar individualmente</a:t>
            </a:r>
            <a:endParaRPr lang="es-ES" sz="36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8394028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FC735F-6EA6-B561-EB2B-7AE49D3B0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7D04154-A809-4979-B83F-BAABC1A2CF59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C641CBE6-61F7-AD67-26AA-E3A72E17198F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D491AC55-2E70-11D2-B321-72EFD416BA7F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EFA141ED-BD97-1788-7AB5-3C3EF8F9A772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F4E05DD1-C746-DD4C-289D-427C80E891B5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FC0D2E83-3BD5-0204-DE28-120A064E183F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0209FD53-BE31-88C7-56C9-6E57B1B31408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D411763A-F3EB-16EC-00B7-88B231616C46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77075410-B763-362A-DE73-96FC71517BBF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3B34608A-A63C-97AD-2495-B033C9C6E45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8BEB452A-07FC-D929-7384-2B5A112905A1}"/>
              </a:ext>
            </a:extLst>
          </p:cNvPr>
          <p:cNvSpPr txBox="1">
            <a:spLocks/>
          </p:cNvSpPr>
          <p:nvPr/>
        </p:nvSpPr>
        <p:spPr>
          <a:xfrm>
            <a:off x="4648200" y="1333500"/>
            <a:ext cx="8229600" cy="83808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CO" dirty="0"/>
              <a:t>Censura y truncamiento</a:t>
            </a:r>
            <a:endParaRPr lang="es-CO" sz="40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2358A40A-756B-A311-AA6A-E0DB138BBFFF}"/>
              </a:ext>
            </a:extLst>
          </p:cNvPr>
          <p:cNvSpPr txBox="1">
            <a:spLocks/>
          </p:cNvSpPr>
          <p:nvPr/>
        </p:nvSpPr>
        <p:spPr>
          <a:xfrm>
            <a:off x="990600" y="3314700"/>
            <a:ext cx="13868400" cy="849642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lnSpc>
                <a:spcPct val="90000"/>
              </a:lnSpc>
              <a:spcBef>
                <a:spcPts val="499"/>
              </a:spcBef>
              <a:spcAft>
                <a:spcPts val="499"/>
              </a:spcAft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800" dirty="0"/>
              <a:t>Bien estudiado en bioestadística; relevante para datos dependientes del tiempo (p. ej. duración)</a:t>
            </a:r>
            <a:endParaRPr lang="es-ES" sz="48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90000"/>
              </a:lnSpc>
              <a:spcBef>
                <a:spcPts val="499"/>
              </a:spcBef>
              <a:spcAft>
                <a:spcPts val="499"/>
              </a:spcAft>
              <a:buClr>
                <a:srgbClr val="0000FF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800" dirty="0"/>
              <a:t>Censurado: la medición está acotada pero no es precisa, p. ej. duraciones &gt; 20 se registran como 20</a:t>
            </a:r>
            <a:endParaRPr lang="es-ES" sz="48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90000"/>
              </a:lnSpc>
              <a:spcBef>
                <a:spcPts val="499"/>
              </a:spcBef>
              <a:spcAft>
                <a:spcPts val="499"/>
              </a:spcAft>
              <a:buClr>
                <a:srgbClr val="0000FF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800" dirty="0"/>
              <a:t>Truncado: el dato se descarta si excede o cae por debajo de un umbral, p. ej. clientes con menos de 2 minutos de llamadas al mes</a:t>
            </a:r>
            <a:endParaRPr lang="es-ES" sz="48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6341202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10520-EED4-1DDB-478F-9292F415A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D92C605-2920-3805-DE3A-3EE23796EEBB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7CBA1D4F-9E39-BF30-5E66-E7D13903CA6C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FE204E29-134F-014F-5FA0-5738B2BBC96E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0F345056-22A3-84AA-996D-2C52E2EB115B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BBE10B6B-551F-1D26-0FC9-1E9981AB6F1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B41FD7E5-E5D6-6EAC-4067-28F002D1BFFF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F3DA046A-CE74-04E0-7590-C1E9D50845DB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14F138C3-1F7E-4553-45C5-59DA1F47950B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0CDD832D-0BF5-8C80-0CB5-575B968AC6CA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9D56D923-1763-3090-5145-C1890EE80D8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pic>
        <p:nvPicPr>
          <p:cNvPr id="3" name="Imagen 2">
            <a:extLst>
              <a:ext uri="{FF2B5EF4-FFF2-40B4-BE49-F238E27FC236}">
                <a16:creationId xmlns:a16="http://schemas.microsoft.com/office/drawing/2014/main" id="{CE50F00D-3C70-CC95-4D04-ED573836464E}"/>
              </a:ext>
            </a:extLst>
          </p:cNvPr>
          <p:cNvPicPr/>
          <p:nvPr/>
        </p:nvPicPr>
        <p:blipFill>
          <a:blip r:embed="rId5"/>
          <a:stretch/>
        </p:blipFill>
        <p:spPr>
          <a:xfrm>
            <a:off x="2743200" y="949080"/>
            <a:ext cx="12268200" cy="975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13D82C71-C6DC-46A4-F80E-D831B1FCAAA4}"/>
              </a:ext>
            </a:extLst>
          </p:cNvPr>
          <p:cNvSpPr/>
          <p:nvPr/>
        </p:nvSpPr>
        <p:spPr>
          <a:xfrm>
            <a:off x="6553200" y="9510497"/>
            <a:ext cx="4455000" cy="581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t">
            <a:spAutoFit/>
          </a:bodyPr>
          <a:lstStyle/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dirty="0" err="1"/>
              <a:t>Intervalos</a:t>
            </a:r>
            <a:r>
              <a:rPr dirty="0"/>
              <a:t> de </a:t>
            </a:r>
            <a:r>
              <a:rPr dirty="0" err="1"/>
              <a:t>tiempo</a:t>
            </a:r>
            <a:r>
              <a:rPr dirty="0"/>
              <a:t> </a:t>
            </a:r>
            <a:r>
              <a:rPr dirty="0" err="1"/>
              <a:t>censurados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6205226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E4E1D-5629-7F4E-EEE9-881883A3D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2D3D0AA-0F60-5E81-057F-267FCBBACBE3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43E5F397-F8B2-372D-DF8F-92F1A39C5DC8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EEC9C1F3-E73B-E4E8-67A3-F5C41DA36E9C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548D41B7-B881-B037-E9A7-489FD9784E92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1DDBF2BB-0D78-8002-B080-CFBDCD3CC51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2C1A9431-0445-6957-357B-2757F12CD3B3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23621E7F-3BB3-016B-7256-EF1B4D0A89EE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9D7641E4-2E59-5ACB-F586-5931E615366B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5672F008-1CD6-793C-9C40-7503927CBB9E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FA7EF861-B3C3-7905-2945-4F7F8329DF55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E86FDF32-6953-C9FD-37E2-F7493ADFD973}"/>
              </a:ext>
            </a:extLst>
          </p:cNvPr>
          <p:cNvSpPr txBox="1">
            <a:spLocks/>
          </p:cNvSpPr>
          <p:nvPr/>
        </p:nvSpPr>
        <p:spPr>
          <a:xfrm>
            <a:off x="4343400" y="595713"/>
            <a:ext cx="8229600" cy="11430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CO"/>
              <a:t>Censura/Truncamiento (cont.)</a:t>
            </a:r>
            <a:endParaRPr lang="es-CO" sz="400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DBCBD1EA-B580-DC07-012B-8BB6893983B8}"/>
              </a:ext>
            </a:extLst>
          </p:cNvPr>
          <p:cNvSpPr txBox="1">
            <a:spLocks/>
          </p:cNvSpPr>
          <p:nvPr/>
        </p:nvSpPr>
        <p:spPr>
          <a:xfrm>
            <a:off x="1143000" y="2747181"/>
            <a:ext cx="14020800" cy="79629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spcBef>
                <a:spcPts val="499"/>
              </a:spcBef>
              <a:spcAft>
                <a:spcPts val="499"/>
              </a:spcAft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800" dirty="0"/>
              <a:t>Si no se conoce el mecanismo de censura/truncamiento, el análisis puede ser inexacto y sesgado.</a:t>
            </a:r>
            <a:endParaRPr lang="es-ES" sz="48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499"/>
              </a:spcBef>
              <a:spcAft>
                <a:spcPts val="499"/>
              </a:spcAft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800" dirty="0"/>
              <a:t>Pero si conoces el mecanismo, puedes mitigar el sesgo en el análisis.</a:t>
            </a:r>
            <a:endParaRPr lang="es-ES" sz="48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499"/>
              </a:spcBef>
              <a:spcAft>
                <a:spcPts val="499"/>
              </a:spcAft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800" dirty="0"/>
              <a:t>Los metadatos deberían registrar la existencia y también la naturaleza de la censura/truncamiento</a:t>
            </a:r>
            <a:endParaRPr lang="es-ES" sz="48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3894577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92C4C-7878-1224-CC48-754B6F1F7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A4E8D62-FBE4-8DC4-1D40-42AA54420329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F7F67CDD-F7E6-7A36-27C6-F1782EAC1A43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C533BEE5-403A-423D-4F6E-9FAE2DD27DDD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1A6F8007-2711-F1D1-C964-C5B6B05DD4C1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313E1F12-B128-2DFD-FD68-C9FE37B4CF2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978536F9-874C-9077-6696-2D9F08E31267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85476BA7-C180-610C-D07F-2D7C8F0A0205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32131F38-7521-04B7-E0E5-0D5A8EA9A891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BBF0289B-5620-BAA4-8074-78377A50C9A4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D25E4B49-E658-E5D4-382C-685F4B3408E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pic>
        <p:nvPicPr>
          <p:cNvPr id="3" name="Imagen 2">
            <a:extLst>
              <a:ext uri="{FF2B5EF4-FFF2-40B4-BE49-F238E27FC236}">
                <a16:creationId xmlns:a16="http://schemas.microsoft.com/office/drawing/2014/main" id="{E13826C7-6B14-D79D-E107-8755186E1383}"/>
              </a:ext>
            </a:extLst>
          </p:cNvPr>
          <p:cNvPicPr/>
          <p:nvPr/>
        </p:nvPicPr>
        <p:blipFill>
          <a:blip r:embed="rId5"/>
          <a:stretch/>
        </p:blipFill>
        <p:spPr>
          <a:xfrm>
            <a:off x="3962400" y="2741875"/>
            <a:ext cx="8839200" cy="678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943BAC62-0AB0-1B82-9D66-D6D2DA1F36C6}"/>
              </a:ext>
            </a:extLst>
          </p:cNvPr>
          <p:cNvSpPr/>
          <p:nvPr/>
        </p:nvSpPr>
        <p:spPr>
          <a:xfrm>
            <a:off x="4009344" y="1136685"/>
            <a:ext cx="9551502" cy="9562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t">
            <a:spAutoFit/>
          </a:bodyPr>
          <a:lstStyle/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sz="2800" dirty="0"/>
              <a:t>Los </a:t>
            </a:r>
            <a:r>
              <a:rPr sz="2800" dirty="0" err="1"/>
              <a:t>picos</a:t>
            </a:r>
            <a:r>
              <a:rPr sz="2800" dirty="0"/>
              <a:t> </a:t>
            </a:r>
            <a:r>
              <a:rPr sz="2800" dirty="0" err="1"/>
              <a:t>suelen</a:t>
            </a:r>
            <a:r>
              <a:rPr sz="2800" dirty="0"/>
              <a:t> </a:t>
            </a:r>
            <a:r>
              <a:rPr sz="2800" dirty="0" err="1"/>
              <a:t>indicar</a:t>
            </a:r>
            <a:r>
              <a:rPr sz="2800" dirty="0"/>
              <a:t> </a:t>
            </a:r>
            <a:r>
              <a:rPr sz="2800" dirty="0" err="1"/>
              <a:t>intervalos</a:t>
            </a:r>
            <a:r>
              <a:rPr sz="2800" dirty="0"/>
              <a:t> de </a:t>
            </a:r>
            <a:r>
              <a:rPr sz="2800" dirty="0" err="1"/>
              <a:t>tiempo</a:t>
            </a:r>
            <a:r>
              <a:rPr sz="2800" dirty="0"/>
              <a:t> </a:t>
            </a:r>
            <a:r>
              <a:rPr sz="2800" dirty="0" err="1"/>
              <a:t>censurados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sz="2800" dirty="0" err="1"/>
              <a:t>causados</a:t>
            </a:r>
            <a:r>
              <a:rPr sz="2800" dirty="0"/>
              <a:t> </a:t>
            </a:r>
            <a:r>
              <a:rPr sz="2800" dirty="0" err="1"/>
              <a:t>por</a:t>
            </a:r>
            <a:r>
              <a:rPr sz="2800" dirty="0"/>
              <a:t> </a:t>
            </a:r>
            <a:r>
              <a:rPr sz="2800" dirty="0" err="1"/>
              <a:t>reinicio</a:t>
            </a:r>
            <a:r>
              <a:rPr sz="2800" dirty="0"/>
              <a:t> de </a:t>
            </a:r>
            <a:r>
              <a:rPr sz="2800" dirty="0" err="1"/>
              <a:t>marcas</a:t>
            </a:r>
            <a:r>
              <a:rPr sz="2800" dirty="0"/>
              <a:t> de </a:t>
            </a:r>
            <a:r>
              <a:rPr sz="2800" dirty="0" err="1"/>
              <a:t>tiempo</a:t>
            </a:r>
            <a:r>
              <a:rPr sz="2800" dirty="0"/>
              <a:t> a </a:t>
            </a:r>
            <a:r>
              <a:rPr sz="2800" dirty="0" err="1"/>
              <a:t>valores</a:t>
            </a:r>
            <a:r>
              <a:rPr sz="2800" dirty="0"/>
              <a:t> </a:t>
            </a:r>
            <a:r>
              <a:rPr sz="2800" dirty="0" err="1"/>
              <a:t>por</a:t>
            </a:r>
            <a:r>
              <a:rPr sz="2800" dirty="0"/>
              <a:t> </a:t>
            </a:r>
            <a:r>
              <a:rPr sz="2800" dirty="0" err="1"/>
              <a:t>defecto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4380517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6F7524-B0EF-1C0A-1CD3-8273026B0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033EE78-A81E-FCDE-672D-5D097E5E5126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D32AECFB-C32C-99E9-DED8-B2C755BB58F4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96612288-B0A0-E7EB-B22A-1E2D19A0EC53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2A770ADC-7AB5-F2AB-2AF9-583CADDC5690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A095EE44-5582-9E2E-1A7F-22E90C99760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BBF8B9AA-B8ED-64DD-9503-750EB2A055D2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2D679216-6BDB-EB7D-2F05-811C07F4B775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85B86001-A499-AFD8-713D-7E321D509462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7858A2B1-BA3B-B309-93D1-9FBEBC8826D2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CB162A58-010B-CC23-CC67-66E64124960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BACF1A21-4648-5676-1F29-0EC66B1D8F6D}"/>
              </a:ext>
            </a:extLst>
          </p:cNvPr>
          <p:cNvSpPr txBox="1">
            <a:spLocks/>
          </p:cNvSpPr>
          <p:nvPr/>
        </p:nvSpPr>
        <p:spPr>
          <a:xfrm>
            <a:off x="4572000" y="776510"/>
            <a:ext cx="8229600" cy="7920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CO" dirty="0"/>
              <a:t>Datos sospechosos</a:t>
            </a:r>
            <a:endParaRPr lang="es-CO" sz="40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08A8F459-A509-D092-46BB-3BF53B7A8E97}"/>
              </a:ext>
            </a:extLst>
          </p:cNvPr>
          <p:cNvSpPr txBox="1">
            <a:spLocks/>
          </p:cNvSpPr>
          <p:nvPr/>
        </p:nvSpPr>
        <p:spPr>
          <a:xfrm>
            <a:off x="1447800" y="2933700"/>
            <a:ext cx="15392400" cy="81155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Considera los puntos de datos</a:t>
            </a:r>
            <a:endParaRPr lang="es-ES" sz="4000" dirty="0">
              <a:solidFill>
                <a:srgbClr val="000000"/>
              </a:solidFill>
              <a:latin typeface="Arial"/>
            </a:endParaRPr>
          </a:p>
          <a:p>
            <a:pPr marL="343080" indent="-343080" algn="ctr">
              <a:spcBef>
                <a:spcPts val="799"/>
              </a:spcBef>
              <a:buFont typeface="Arial" pitchFamily="34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3, 4, 7, 4, 8, 3, 9, 5, 7, 6, 92</a:t>
            </a:r>
            <a:endParaRPr lang="es-ES" sz="40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“92” es sospechoso: un valor atípico</a:t>
            </a:r>
            <a:endParaRPr lang="es-ES" sz="40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Los valores atípicos pueden ser legítimos</a:t>
            </a:r>
            <a:endParaRPr lang="es-ES" sz="40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A menudo son fallos de datos o del modelo</a:t>
            </a:r>
            <a:endParaRPr lang="es-ES" sz="40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O podrían ser el sueño de un analista de datos, p. ej. clientes muy rentables</a:t>
            </a:r>
            <a:endParaRPr lang="es-ES" sz="40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1617634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E4225-618D-E86D-F2F6-957845101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FAE59A3D-BCF1-DAF9-DAC5-64FC6D624585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6C303533-82AC-F985-2CE7-B065D83F08A2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5B320187-9A1F-F780-2668-E916E13F63C8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9BCB68CC-6722-C85A-082F-ED4F40B24FFE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EE411B00-5415-F60D-D795-34550378BD0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5FC52C46-7848-1B7C-042F-4C0AB283AA2E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6C9B41DF-7409-15A2-977C-784395F91262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189BD517-C232-4B33-73B2-368FEF3CE7D5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6DA96091-FBCD-0D22-0BD2-32C17B7A023D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29544E34-C826-99A9-B0A1-AF32BDEEAA5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B53DD2B5-CF49-B909-AA3F-34BEA86A8681}"/>
              </a:ext>
            </a:extLst>
          </p:cNvPr>
          <p:cNvSpPr txBox="1">
            <a:spLocks/>
          </p:cNvSpPr>
          <p:nvPr/>
        </p:nvSpPr>
        <p:spPr>
          <a:xfrm>
            <a:off x="4495800" y="814490"/>
            <a:ext cx="8229600" cy="7160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CO" dirty="0"/>
              <a:t>Valores atípicos</a:t>
            </a:r>
            <a:endParaRPr lang="es-CO" sz="40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6C5C4963-2FBB-1A3A-95AD-D2E6BA2692FE}"/>
              </a:ext>
            </a:extLst>
          </p:cNvPr>
          <p:cNvSpPr txBox="1">
            <a:spLocks/>
          </p:cNvSpPr>
          <p:nvPr/>
        </p:nvSpPr>
        <p:spPr>
          <a:xfrm>
            <a:off x="1066800" y="2781300"/>
            <a:ext cx="13335000" cy="8649061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Valor atípico: “desviación de lo esperado”</a:t>
            </a:r>
            <a:endParaRPr lang="es-ES" sz="40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Tipos de valores atípicos: definir “esperado”</a:t>
            </a:r>
            <a:endParaRPr lang="es-ES" sz="40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Muchos enfoques</a:t>
            </a:r>
            <a:endParaRPr lang="es-ES" sz="40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Límites de error, límites de tolerancia – gráficas de control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Basado en modelos – profundidad de regresión, análisis de residuales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Geométrico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Distribucional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Series temporales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6981211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15B79-FE65-D9CD-D7C0-A9D8AFB6D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575746E-2C11-0842-D911-0F119558069F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7A8D6736-195A-A030-CB68-5DB1AA794DFB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289BD97A-7036-F575-1F43-375065958E22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F7E562CE-838B-F2AF-1230-1BC0C32D6FEF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596CA665-34E3-C169-C340-5E1F4C78749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CB893AF1-6CE7-AF7D-2485-8D10A11FC715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16895C66-661B-DBB0-6DB3-C863FB4FA56B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16AF65CD-9DCB-2F25-3C4B-D0DCCE989198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E530DE88-86AB-A56F-939F-FDF6B591E3BB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4879489E-4BB9-C965-D4D9-7CEAC2EEDDB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BDD55B10-16D2-572D-4B88-A2A2C032DF5A}"/>
              </a:ext>
            </a:extLst>
          </p:cNvPr>
          <p:cNvSpPr txBox="1">
            <a:spLocks/>
          </p:cNvSpPr>
          <p:nvPr/>
        </p:nvSpPr>
        <p:spPr>
          <a:xfrm>
            <a:off x="5029200" y="619028"/>
            <a:ext cx="8229600" cy="86832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CO" dirty="0"/>
              <a:t>Gráficas de control</a:t>
            </a:r>
            <a:endParaRPr lang="es-CO" sz="40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C1BFC0C5-7D05-8FB6-087D-998EE7D0DDA3}"/>
              </a:ext>
            </a:extLst>
          </p:cNvPr>
          <p:cNvSpPr txBox="1">
            <a:spLocks/>
          </p:cNvSpPr>
          <p:nvPr/>
        </p:nvSpPr>
        <p:spPr>
          <a:xfrm>
            <a:off x="1295400" y="2247900"/>
            <a:ext cx="13563600" cy="77345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Control de calidad de lotes de producción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Típicamente </a:t>
            </a:r>
            <a:r>
              <a:rPr lang="es-ES" sz="4000" dirty="0" err="1"/>
              <a:t>univariado</a:t>
            </a:r>
            <a:r>
              <a:rPr lang="es-ES" sz="4000" dirty="0"/>
              <a:t>: X-Bar, R, CUSUM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Suposiciones distribucionales para gráficas no basadas en medias, p. ej. gráficas R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Pasos principales (basados en inferencia estadística)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Definir “esperado” y “desviación”, p. ej. media y error estándar basados en la distribución muestral de la media (agregado);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Calcular el agregado de cada muestra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Graficar agregados vs. esperado y límites de error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“Fuera de control” si los agregados quedan fuera de los límites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6205997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940103-6038-BE09-FCC1-9BFC7ADAC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7C7548E-BA47-8A39-53D0-AE71557C7EE9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648E142C-D93B-6B1A-F3B1-DB3C3737925E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B14587AD-213E-C4A2-9898-2E13A384C3E2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802A2B3F-4C52-B489-315E-FF82044EAADA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4DFD7AB7-83AA-6B7B-1174-88C459B0BC0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5C69EDD9-D525-2BE0-3655-EE167E3691AA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CDA7183F-A665-FC91-CD9E-183EB85FD82F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BCC9D989-3B29-5E0B-B4D6-624EB2820229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29DB1859-A01C-FF17-327C-0BE7034EF536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2071EE6A-5E89-B59E-20CA-E84121984403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8BEDD97E-5414-0B95-4AEF-B3E0EB9A43E6}"/>
              </a:ext>
            </a:extLst>
          </p:cNvPr>
          <p:cNvSpPr txBox="1">
            <a:spLocks/>
          </p:cNvSpPr>
          <p:nvPr/>
        </p:nvSpPr>
        <p:spPr>
          <a:xfrm>
            <a:off x="2438400" y="323740"/>
            <a:ext cx="12904711" cy="160032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it-IT" sz="2800" dirty="0"/>
              <a:t>Un ejemplo</a:t>
            </a:r>
            <a:br>
              <a:rPr lang="it-IT" sz="2800" dirty="0"/>
            </a:br>
            <a:r>
              <a:rPr lang="it-IT" sz="2800" dirty="0"/>
              <a:t>(http://www.itl.nist.gov/div898/handbook/mpc/section3/mpc3521.htm)</a:t>
            </a:r>
            <a:endParaRPr lang="it-IT" sz="1200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3EA0C13-92AF-9E28-4CCA-56BE7AB54506}"/>
              </a:ext>
            </a:extLst>
          </p:cNvPr>
          <p:cNvPicPr/>
          <p:nvPr/>
        </p:nvPicPr>
        <p:blipFill>
          <a:blip r:embed="rId5"/>
          <a:stretch/>
        </p:blipFill>
        <p:spPr>
          <a:xfrm>
            <a:off x="2652738" y="-970"/>
            <a:ext cx="12476033" cy="10144277"/>
          </a:xfrm>
          <a:prstGeom prst="rect">
            <a:avLst/>
          </a:prstGeom>
          <a:noFill/>
          <a:ln w="0">
            <a:noFill/>
          </a:ln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A70C32E7-167F-40D7-8190-D1BA5E9851E2}"/>
                  </a:ext>
                </a:extLst>
              </p14:cNvPr>
              <p14:cNvContentPartPr/>
              <p14:nvPr/>
            </p14:nvContentPartPr>
            <p14:xfrm>
              <a:off x="7970035" y="5199340"/>
              <a:ext cx="360" cy="360"/>
            </p14:xfrm>
          </p:contentPart>
        </mc:Choice>
        <mc:Fallback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A70C32E7-167F-40D7-8190-D1BA5E9851E2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961035" y="5190700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15" name="Entrada de lápiz 14">
                <a:extLst>
                  <a:ext uri="{FF2B5EF4-FFF2-40B4-BE49-F238E27FC236}">
                    <a16:creationId xmlns:a16="http://schemas.microsoft.com/office/drawing/2014/main" id="{4256FA93-977D-BFF7-06A6-1B18922C4343}"/>
                  </a:ext>
                </a:extLst>
              </p14:cNvPr>
              <p14:cNvContentPartPr/>
              <p14:nvPr/>
            </p14:nvContentPartPr>
            <p14:xfrm>
              <a:off x="9007195" y="1337260"/>
              <a:ext cx="360" cy="360"/>
            </p14:xfrm>
          </p:contentPart>
        </mc:Choice>
        <mc:Fallback>
          <p:pic>
            <p:nvPicPr>
              <p:cNvPr id="15" name="Entrada de lápiz 14">
                <a:extLst>
                  <a:ext uri="{FF2B5EF4-FFF2-40B4-BE49-F238E27FC236}">
                    <a16:creationId xmlns:a16="http://schemas.microsoft.com/office/drawing/2014/main" id="{4256FA93-977D-BFF7-06A6-1B18922C4343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998555" y="1328260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16" name="Entrada de lápiz 15">
                <a:extLst>
                  <a:ext uri="{FF2B5EF4-FFF2-40B4-BE49-F238E27FC236}">
                    <a16:creationId xmlns:a16="http://schemas.microsoft.com/office/drawing/2014/main" id="{05C75433-2EEB-9648-B164-EB2C70536833}"/>
                  </a:ext>
                </a:extLst>
              </p14:cNvPr>
              <p14:cNvContentPartPr/>
              <p14:nvPr/>
            </p14:nvContentPartPr>
            <p14:xfrm>
              <a:off x="10850035" y="1924060"/>
              <a:ext cx="360" cy="360"/>
            </p14:xfrm>
          </p:contentPart>
        </mc:Choice>
        <mc:Fallback>
          <p:pic>
            <p:nvPicPr>
              <p:cNvPr id="16" name="Entrada de lápiz 15">
                <a:extLst>
                  <a:ext uri="{FF2B5EF4-FFF2-40B4-BE49-F238E27FC236}">
                    <a16:creationId xmlns:a16="http://schemas.microsoft.com/office/drawing/2014/main" id="{05C75433-2EEB-9648-B164-EB2C70536833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0841395" y="1915060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17" name="Entrada de lápiz 16">
                <a:extLst>
                  <a:ext uri="{FF2B5EF4-FFF2-40B4-BE49-F238E27FC236}">
                    <a16:creationId xmlns:a16="http://schemas.microsoft.com/office/drawing/2014/main" id="{77F3A687-5ED8-128F-59AB-2A0707D65B9E}"/>
                  </a:ext>
                </a:extLst>
              </p14:cNvPr>
              <p14:cNvContentPartPr/>
              <p14:nvPr/>
            </p14:nvContentPartPr>
            <p14:xfrm>
              <a:off x="5118115" y="2852500"/>
              <a:ext cx="360" cy="360"/>
            </p14:xfrm>
          </p:contentPart>
        </mc:Choice>
        <mc:Fallback>
          <p:pic>
            <p:nvPicPr>
              <p:cNvPr id="17" name="Entrada de lápiz 16">
                <a:extLst>
                  <a:ext uri="{FF2B5EF4-FFF2-40B4-BE49-F238E27FC236}">
                    <a16:creationId xmlns:a16="http://schemas.microsoft.com/office/drawing/2014/main" id="{77F3A687-5ED8-128F-59AB-2A0707D65B9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109115" y="2843500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18" name="Entrada de lápiz 17">
                <a:extLst>
                  <a:ext uri="{FF2B5EF4-FFF2-40B4-BE49-F238E27FC236}">
                    <a16:creationId xmlns:a16="http://schemas.microsoft.com/office/drawing/2014/main" id="{F5DABBDA-9EF5-09DC-5AD3-66ECD12E0D69}"/>
                  </a:ext>
                </a:extLst>
              </p14:cNvPr>
              <p14:cNvContentPartPr/>
              <p14:nvPr/>
            </p14:nvContentPartPr>
            <p14:xfrm>
              <a:off x="5758915" y="449860"/>
              <a:ext cx="360" cy="360"/>
            </p14:xfrm>
          </p:contentPart>
        </mc:Choice>
        <mc:Fallback>
          <p:pic>
            <p:nvPicPr>
              <p:cNvPr id="18" name="Entrada de lápiz 17">
                <a:extLst>
                  <a:ext uri="{FF2B5EF4-FFF2-40B4-BE49-F238E27FC236}">
                    <a16:creationId xmlns:a16="http://schemas.microsoft.com/office/drawing/2014/main" id="{F5DABBDA-9EF5-09DC-5AD3-66ECD12E0D6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750275" y="441220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4848783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A52E5-7BCF-C7CC-DB62-D323C54D8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30429F32-1E3E-DB06-ADB6-D9905699BD0C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4044CC0B-A185-1C6B-442F-F84A8E62B754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8A2B9F4A-8A14-7B89-42A4-0E97EB0EBC10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FF69BBDC-D1BE-A3BB-2CD6-85238A147D4B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AC17AA53-51F5-A9C7-6ED4-F4D1082D1D1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B302FADE-8CB7-A710-E94E-93C78FBCC090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ECD27CED-8C78-79E4-08FF-01B8500FE72D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9C715795-672C-05C4-83F7-9232C9490AB3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E9EFE6BD-E813-1451-8A0E-64F3FA5E78EE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E9AB23AE-A87A-4C8E-D295-F98228914D5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45B541B6-FB36-5806-9F01-946DD4E96CDA}"/>
              </a:ext>
            </a:extLst>
          </p:cNvPr>
          <p:cNvSpPr txBox="1">
            <a:spLocks/>
          </p:cNvSpPr>
          <p:nvPr/>
        </p:nvSpPr>
        <p:spPr>
          <a:xfrm>
            <a:off x="1066800" y="638931"/>
            <a:ext cx="14782800" cy="148578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CO" dirty="0"/>
              <a:t>Gráficas de control multivariadas - 1</a:t>
            </a:r>
            <a:endParaRPr lang="es-CO" sz="40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61944BFB-1039-9C04-AC1F-1AF2B8B43E32}"/>
              </a:ext>
            </a:extLst>
          </p:cNvPr>
          <p:cNvSpPr txBox="1">
            <a:spLocks/>
          </p:cNvSpPr>
          <p:nvPr/>
        </p:nvSpPr>
        <p:spPr>
          <a:xfrm>
            <a:off x="1219200" y="2896550"/>
            <a:ext cx="15448921" cy="65913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Gráficas </a:t>
            </a:r>
            <a:r>
              <a:rPr lang="es-ES" sz="4000" dirty="0" err="1"/>
              <a:t>bivariadas</a:t>
            </a:r>
            <a:r>
              <a:rPr lang="es-ES" sz="4000" dirty="0"/>
              <a:t>: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basadas en supuestos de normal </a:t>
            </a:r>
            <a:r>
              <a:rPr lang="es-ES" sz="3600" dirty="0" err="1"/>
              <a:t>bivariada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límites por componente llevan a errores Tipo I y II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Gráficas de control basadas en profundidad (no paramétricas):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mapear datos n-dimensionales a una dimensión usando profundidad (p. ej. </a:t>
            </a:r>
            <a:r>
              <a:rPr lang="es-ES" sz="3600" dirty="0" err="1"/>
              <a:t>Mahalanobis</a:t>
            </a:r>
            <a:r>
              <a:rPr lang="es-ES" sz="3600" dirty="0"/>
              <a:t>)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Construir gráficas de control para la profundidad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Comparar contra un </a:t>
            </a:r>
            <a:r>
              <a:rPr lang="es-ES" sz="3600" dirty="0" err="1"/>
              <a:t>benchmark</a:t>
            </a:r>
            <a:r>
              <a:rPr lang="es-ES" sz="3600" dirty="0"/>
              <a:t> usando profundidad, p. ej. gráficos Q-Q de la profundidad de cada conjunto de datos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0207257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DA9B9-2E1F-4F2B-A9B6-B8900FF12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08C3A3B-18D0-82DD-F0B9-ABD7B6FDB0D3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5D33F677-C780-8CA8-D421-642888F6E494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5985368C-2E2B-49E2-A752-FAD95157BAB8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700997AE-0974-F694-277C-4DCF449482DD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80E63BB0-0DD8-9AD2-DCE0-BB915ACA770E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FEA8277A-92A5-609D-50F3-7A8772E92253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A0CCE970-F4BC-E3E6-84F9-24186D97EE13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5FD811BD-FBC2-AC94-CF14-4BF8F61A3069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F88CD37A-55D2-045D-84AD-5AE5A6D93250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23ADD01E-74E1-A225-4398-70025DBDD1F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Conector recto 2">
            <a:extLst>
              <a:ext uri="{FF2B5EF4-FFF2-40B4-BE49-F238E27FC236}">
                <a16:creationId xmlns:a16="http://schemas.microsoft.com/office/drawing/2014/main" id="{6B976210-0BD7-8D0B-A625-83C902FB4182}"/>
              </a:ext>
            </a:extLst>
          </p:cNvPr>
          <p:cNvSpPr/>
          <p:nvPr/>
        </p:nvSpPr>
        <p:spPr>
          <a:xfrm>
            <a:off x="5562600" y="2857620"/>
            <a:ext cx="0" cy="4724280"/>
          </a:xfrm>
          <a:prstGeom prst="line">
            <a:avLst/>
          </a:prstGeom>
          <a:ln w="936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Conector recto 3">
            <a:extLst>
              <a:ext uri="{FF2B5EF4-FFF2-40B4-BE49-F238E27FC236}">
                <a16:creationId xmlns:a16="http://schemas.microsoft.com/office/drawing/2014/main" id="{129117BA-9080-7021-D635-26C9D873D9C6}"/>
              </a:ext>
            </a:extLst>
          </p:cNvPr>
          <p:cNvSpPr/>
          <p:nvPr/>
        </p:nvSpPr>
        <p:spPr>
          <a:xfrm>
            <a:off x="5486400" y="7581900"/>
            <a:ext cx="6324480" cy="0"/>
          </a:xfrm>
          <a:prstGeom prst="line">
            <a:avLst/>
          </a:prstGeom>
          <a:ln w="936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6800" rIns="90000" bIns="-468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Conector recto 4">
            <a:extLst>
              <a:ext uri="{FF2B5EF4-FFF2-40B4-BE49-F238E27FC236}">
                <a16:creationId xmlns:a16="http://schemas.microsoft.com/office/drawing/2014/main" id="{DBA99F46-45AD-A45C-802E-7EF7CC6C6DEC}"/>
              </a:ext>
            </a:extLst>
          </p:cNvPr>
          <p:cNvSpPr/>
          <p:nvPr/>
        </p:nvSpPr>
        <p:spPr>
          <a:xfrm>
            <a:off x="7238880" y="2704980"/>
            <a:ext cx="0" cy="4648320"/>
          </a:xfrm>
          <a:prstGeom prst="line">
            <a:avLst/>
          </a:prstGeom>
          <a:ln w="28440">
            <a:solidFill>
              <a:srgbClr val="000000"/>
            </a:solidFill>
            <a:prstDash val="sysDot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Conector recto 14">
            <a:extLst>
              <a:ext uri="{FF2B5EF4-FFF2-40B4-BE49-F238E27FC236}">
                <a16:creationId xmlns:a16="http://schemas.microsoft.com/office/drawing/2014/main" id="{9833DEFC-06F2-7DE7-777E-3CA249328194}"/>
              </a:ext>
            </a:extLst>
          </p:cNvPr>
          <p:cNvSpPr/>
          <p:nvPr/>
        </p:nvSpPr>
        <p:spPr>
          <a:xfrm>
            <a:off x="10439280" y="2704980"/>
            <a:ext cx="0" cy="4648320"/>
          </a:xfrm>
          <a:prstGeom prst="line">
            <a:avLst/>
          </a:prstGeom>
          <a:ln w="28440">
            <a:solidFill>
              <a:srgbClr val="000000"/>
            </a:solidFill>
            <a:prstDash val="sysDot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Conector recto 15">
            <a:extLst>
              <a:ext uri="{FF2B5EF4-FFF2-40B4-BE49-F238E27FC236}">
                <a16:creationId xmlns:a16="http://schemas.microsoft.com/office/drawing/2014/main" id="{1FBE8653-D94C-9DD3-DFC2-B64FF3905FFB}"/>
              </a:ext>
            </a:extLst>
          </p:cNvPr>
          <p:cNvSpPr/>
          <p:nvPr/>
        </p:nvSpPr>
        <p:spPr>
          <a:xfrm>
            <a:off x="6095880" y="3924300"/>
            <a:ext cx="5257800" cy="0"/>
          </a:xfrm>
          <a:prstGeom prst="line">
            <a:avLst/>
          </a:prstGeom>
          <a:ln w="28440">
            <a:solidFill>
              <a:srgbClr val="000000"/>
            </a:solidFill>
            <a:prstDash val="sysDot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6800" rIns="90000" bIns="-468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Conector recto 16">
            <a:extLst>
              <a:ext uri="{FF2B5EF4-FFF2-40B4-BE49-F238E27FC236}">
                <a16:creationId xmlns:a16="http://schemas.microsoft.com/office/drawing/2014/main" id="{2BDAA7CC-2375-B75E-D187-E0DA4C24A1A0}"/>
              </a:ext>
            </a:extLst>
          </p:cNvPr>
          <p:cNvSpPr/>
          <p:nvPr/>
        </p:nvSpPr>
        <p:spPr>
          <a:xfrm>
            <a:off x="6095880" y="6058020"/>
            <a:ext cx="5257800" cy="0"/>
          </a:xfrm>
          <a:prstGeom prst="line">
            <a:avLst/>
          </a:prstGeom>
          <a:ln w="28440">
            <a:solidFill>
              <a:srgbClr val="000000"/>
            </a:solidFill>
            <a:prstDash val="sysDot"/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6800" rIns="90000" bIns="-468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BEBFE95F-233A-A657-BD73-EFCD5FF0C3F8}"/>
              </a:ext>
            </a:extLst>
          </p:cNvPr>
          <p:cNvSpPr/>
          <p:nvPr/>
        </p:nvSpPr>
        <p:spPr>
          <a:xfrm rot="19761600">
            <a:off x="6476760" y="4381140"/>
            <a:ext cx="4724280" cy="1295280"/>
          </a:xfrm>
          <a:prstGeom prst="ellipse">
            <a:avLst/>
          </a:prstGeom>
          <a:noFill/>
          <a:ln w="2844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592FA23A-2A64-EE34-BCFE-7483CF0D0501}"/>
              </a:ext>
            </a:extLst>
          </p:cNvPr>
          <p:cNvSpPr/>
          <p:nvPr/>
        </p:nvSpPr>
        <p:spPr>
          <a:xfrm>
            <a:off x="8646120" y="7886820"/>
            <a:ext cx="333360" cy="36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t">
            <a:spAutoFit/>
          </a:bodyPr>
          <a:lstStyle/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03733FCB-45AB-1B92-5C80-3A8E245C10D1}"/>
              </a:ext>
            </a:extLst>
          </p:cNvPr>
          <p:cNvSpPr/>
          <p:nvPr/>
        </p:nvSpPr>
        <p:spPr>
          <a:xfrm>
            <a:off x="4668120" y="4727460"/>
            <a:ext cx="333360" cy="36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t">
            <a:spAutoFit/>
          </a:bodyPr>
          <a:lstStyle/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CA2A9037-AB0C-DA72-0521-22F03308C4CF}"/>
              </a:ext>
            </a:extLst>
          </p:cNvPr>
          <p:cNvSpPr/>
          <p:nvPr/>
        </p:nvSpPr>
        <p:spPr>
          <a:xfrm>
            <a:off x="9677520" y="4610100"/>
            <a:ext cx="75960" cy="76320"/>
          </a:xfrm>
          <a:prstGeom prst="ellipse">
            <a:avLst/>
          </a:prstGeom>
          <a:noFill/>
          <a:ln w="2844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7200" rIns="90000" bIns="72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id="{E9AD2C40-8DF5-8C69-167F-A94C1F0A4F12}"/>
              </a:ext>
            </a:extLst>
          </p:cNvPr>
          <p:cNvSpPr/>
          <p:nvPr/>
        </p:nvSpPr>
        <p:spPr>
          <a:xfrm>
            <a:off x="9601200" y="4229220"/>
            <a:ext cx="76320" cy="75960"/>
          </a:xfrm>
          <a:prstGeom prst="ellipse">
            <a:avLst/>
          </a:prstGeom>
          <a:noFill/>
          <a:ln w="2844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6840" rIns="90000" bIns="684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Elipse 22">
            <a:extLst>
              <a:ext uri="{FF2B5EF4-FFF2-40B4-BE49-F238E27FC236}">
                <a16:creationId xmlns:a16="http://schemas.microsoft.com/office/drawing/2014/main" id="{513A0E1E-0748-CB74-2424-124D8B571DCC}"/>
              </a:ext>
            </a:extLst>
          </p:cNvPr>
          <p:cNvSpPr/>
          <p:nvPr/>
        </p:nvSpPr>
        <p:spPr>
          <a:xfrm>
            <a:off x="8229600" y="5524500"/>
            <a:ext cx="76320" cy="76320"/>
          </a:xfrm>
          <a:prstGeom prst="ellipse">
            <a:avLst/>
          </a:prstGeom>
          <a:noFill/>
          <a:ln w="2844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7200" rIns="90000" bIns="72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E54A7B59-1640-EE64-438F-6F9483916E67}"/>
              </a:ext>
            </a:extLst>
          </p:cNvPr>
          <p:cNvSpPr/>
          <p:nvPr/>
        </p:nvSpPr>
        <p:spPr>
          <a:xfrm>
            <a:off x="8839080" y="4762380"/>
            <a:ext cx="76320" cy="76320"/>
          </a:xfrm>
          <a:prstGeom prst="ellipse">
            <a:avLst/>
          </a:prstGeom>
          <a:noFill/>
          <a:ln w="2844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7200" rIns="90000" bIns="72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Elipse 24">
            <a:extLst>
              <a:ext uri="{FF2B5EF4-FFF2-40B4-BE49-F238E27FC236}">
                <a16:creationId xmlns:a16="http://schemas.microsoft.com/office/drawing/2014/main" id="{CBE2BD69-8472-6240-D860-762E0F7D4A9B}"/>
              </a:ext>
            </a:extLst>
          </p:cNvPr>
          <p:cNvSpPr/>
          <p:nvPr/>
        </p:nvSpPr>
        <p:spPr>
          <a:xfrm>
            <a:off x="9296280" y="5067300"/>
            <a:ext cx="76320" cy="76320"/>
          </a:xfrm>
          <a:prstGeom prst="ellipse">
            <a:avLst/>
          </a:prstGeom>
          <a:noFill/>
          <a:ln w="2844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7200" rIns="90000" bIns="72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Elipse 25">
            <a:extLst>
              <a:ext uri="{FF2B5EF4-FFF2-40B4-BE49-F238E27FC236}">
                <a16:creationId xmlns:a16="http://schemas.microsoft.com/office/drawing/2014/main" id="{5E8DA2FC-9CD5-9AC9-2236-9196E44E1ADD}"/>
              </a:ext>
            </a:extLst>
          </p:cNvPr>
          <p:cNvSpPr/>
          <p:nvPr/>
        </p:nvSpPr>
        <p:spPr>
          <a:xfrm>
            <a:off x="8610480" y="5143620"/>
            <a:ext cx="76320" cy="75960"/>
          </a:xfrm>
          <a:prstGeom prst="ellipse">
            <a:avLst/>
          </a:prstGeom>
          <a:noFill/>
          <a:ln w="2844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6840" rIns="90000" bIns="684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Elipse 26">
            <a:extLst>
              <a:ext uri="{FF2B5EF4-FFF2-40B4-BE49-F238E27FC236}">
                <a16:creationId xmlns:a16="http://schemas.microsoft.com/office/drawing/2014/main" id="{69E3A28B-25B9-8C03-26AF-F079B6732F65}"/>
              </a:ext>
            </a:extLst>
          </p:cNvPr>
          <p:cNvSpPr/>
          <p:nvPr/>
        </p:nvSpPr>
        <p:spPr>
          <a:xfrm>
            <a:off x="8458200" y="4838700"/>
            <a:ext cx="76320" cy="76320"/>
          </a:xfrm>
          <a:prstGeom prst="ellipse">
            <a:avLst/>
          </a:prstGeom>
          <a:noFill/>
          <a:ln w="2844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7200" rIns="90000" bIns="72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Elipse 27">
            <a:extLst>
              <a:ext uri="{FF2B5EF4-FFF2-40B4-BE49-F238E27FC236}">
                <a16:creationId xmlns:a16="http://schemas.microsoft.com/office/drawing/2014/main" id="{0450D95B-5758-CF17-3FEF-E650713D354C}"/>
              </a:ext>
            </a:extLst>
          </p:cNvPr>
          <p:cNvSpPr/>
          <p:nvPr/>
        </p:nvSpPr>
        <p:spPr>
          <a:xfrm>
            <a:off x="7848720" y="5753100"/>
            <a:ext cx="75960" cy="76320"/>
          </a:xfrm>
          <a:prstGeom prst="ellipse">
            <a:avLst/>
          </a:prstGeom>
          <a:noFill/>
          <a:ln w="2844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7200" rIns="90000" bIns="72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Elipse 28">
            <a:extLst>
              <a:ext uri="{FF2B5EF4-FFF2-40B4-BE49-F238E27FC236}">
                <a16:creationId xmlns:a16="http://schemas.microsoft.com/office/drawing/2014/main" id="{9D9B6F2C-2FDA-7C13-6947-8BCFDF256EA9}"/>
              </a:ext>
            </a:extLst>
          </p:cNvPr>
          <p:cNvSpPr/>
          <p:nvPr/>
        </p:nvSpPr>
        <p:spPr>
          <a:xfrm>
            <a:off x="7924680" y="5448180"/>
            <a:ext cx="76320" cy="76320"/>
          </a:xfrm>
          <a:prstGeom prst="ellipse">
            <a:avLst/>
          </a:prstGeom>
          <a:noFill/>
          <a:ln w="2844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7200" rIns="90000" bIns="72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Elipse 29">
            <a:extLst>
              <a:ext uri="{FF2B5EF4-FFF2-40B4-BE49-F238E27FC236}">
                <a16:creationId xmlns:a16="http://schemas.microsoft.com/office/drawing/2014/main" id="{A4FB7833-1898-A1E0-5C25-20970D16E83E}"/>
              </a:ext>
            </a:extLst>
          </p:cNvPr>
          <p:cNvSpPr/>
          <p:nvPr/>
        </p:nvSpPr>
        <p:spPr>
          <a:xfrm>
            <a:off x="8001000" y="5448180"/>
            <a:ext cx="76320" cy="76320"/>
          </a:xfrm>
          <a:prstGeom prst="ellipse">
            <a:avLst/>
          </a:prstGeom>
          <a:noFill/>
          <a:ln w="2844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7200" rIns="90000" bIns="72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Elipse 30">
            <a:extLst>
              <a:ext uri="{FF2B5EF4-FFF2-40B4-BE49-F238E27FC236}">
                <a16:creationId xmlns:a16="http://schemas.microsoft.com/office/drawing/2014/main" id="{5FC5D46B-F6DB-7D4F-A865-3BE342CC4D51}"/>
              </a:ext>
            </a:extLst>
          </p:cNvPr>
          <p:cNvSpPr/>
          <p:nvPr/>
        </p:nvSpPr>
        <p:spPr>
          <a:xfrm>
            <a:off x="8686800" y="5372220"/>
            <a:ext cx="76320" cy="75960"/>
          </a:xfrm>
          <a:prstGeom prst="ellipse">
            <a:avLst/>
          </a:prstGeom>
          <a:noFill/>
          <a:ln w="2844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6840" rIns="90000" bIns="684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Elipse 31">
            <a:extLst>
              <a:ext uri="{FF2B5EF4-FFF2-40B4-BE49-F238E27FC236}">
                <a16:creationId xmlns:a16="http://schemas.microsoft.com/office/drawing/2014/main" id="{9D18625F-20D1-2C99-0477-F88FD605B1AB}"/>
              </a:ext>
            </a:extLst>
          </p:cNvPr>
          <p:cNvSpPr/>
          <p:nvPr/>
        </p:nvSpPr>
        <p:spPr>
          <a:xfrm>
            <a:off x="9448920" y="4533780"/>
            <a:ext cx="75960" cy="76320"/>
          </a:xfrm>
          <a:prstGeom prst="ellipse">
            <a:avLst/>
          </a:prstGeom>
          <a:noFill/>
          <a:ln w="2844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7200" rIns="90000" bIns="72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Elipse 32">
            <a:extLst>
              <a:ext uri="{FF2B5EF4-FFF2-40B4-BE49-F238E27FC236}">
                <a16:creationId xmlns:a16="http://schemas.microsoft.com/office/drawing/2014/main" id="{3D809C12-B791-1F95-A0CF-E8A04A251884}"/>
              </a:ext>
            </a:extLst>
          </p:cNvPr>
          <p:cNvSpPr/>
          <p:nvPr/>
        </p:nvSpPr>
        <p:spPr>
          <a:xfrm>
            <a:off x="8077320" y="4990980"/>
            <a:ext cx="75960" cy="76320"/>
          </a:xfrm>
          <a:prstGeom prst="ellipse">
            <a:avLst/>
          </a:prstGeom>
          <a:noFill/>
          <a:ln w="2844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7200" rIns="90000" bIns="72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Elipse 33">
            <a:extLst>
              <a:ext uri="{FF2B5EF4-FFF2-40B4-BE49-F238E27FC236}">
                <a16:creationId xmlns:a16="http://schemas.microsoft.com/office/drawing/2014/main" id="{06B40093-B544-F42B-B5CD-6C04C6C31C09}"/>
              </a:ext>
            </a:extLst>
          </p:cNvPr>
          <p:cNvSpPr/>
          <p:nvPr/>
        </p:nvSpPr>
        <p:spPr>
          <a:xfrm>
            <a:off x="10210680" y="4152900"/>
            <a:ext cx="76320" cy="76320"/>
          </a:xfrm>
          <a:prstGeom prst="ellipse">
            <a:avLst/>
          </a:prstGeom>
          <a:noFill/>
          <a:ln w="2844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7200" rIns="90000" bIns="72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Elipse 34">
            <a:extLst>
              <a:ext uri="{FF2B5EF4-FFF2-40B4-BE49-F238E27FC236}">
                <a16:creationId xmlns:a16="http://schemas.microsoft.com/office/drawing/2014/main" id="{EF49C1A6-5ABF-D512-D224-FF39FFE4D3CB}"/>
              </a:ext>
            </a:extLst>
          </p:cNvPr>
          <p:cNvSpPr/>
          <p:nvPr/>
        </p:nvSpPr>
        <p:spPr>
          <a:xfrm>
            <a:off x="7772400" y="4381500"/>
            <a:ext cx="76320" cy="76320"/>
          </a:xfrm>
          <a:prstGeom prst="ellipse">
            <a:avLst/>
          </a:prstGeom>
          <a:solidFill>
            <a:srgbClr val="FF0066"/>
          </a:solidFill>
          <a:ln w="2844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7200" rIns="90000" bIns="72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Elipse 35">
            <a:extLst>
              <a:ext uri="{FF2B5EF4-FFF2-40B4-BE49-F238E27FC236}">
                <a16:creationId xmlns:a16="http://schemas.microsoft.com/office/drawing/2014/main" id="{30728265-9AA4-744E-9CF3-973D143E4998}"/>
              </a:ext>
            </a:extLst>
          </p:cNvPr>
          <p:cNvSpPr/>
          <p:nvPr/>
        </p:nvSpPr>
        <p:spPr>
          <a:xfrm>
            <a:off x="7620120" y="5295900"/>
            <a:ext cx="75960" cy="76320"/>
          </a:xfrm>
          <a:prstGeom prst="ellipse">
            <a:avLst/>
          </a:prstGeom>
          <a:noFill/>
          <a:ln w="2844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7200" rIns="90000" bIns="72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Elipse 36">
            <a:extLst>
              <a:ext uri="{FF2B5EF4-FFF2-40B4-BE49-F238E27FC236}">
                <a16:creationId xmlns:a16="http://schemas.microsoft.com/office/drawing/2014/main" id="{C38FE279-30EB-C062-275F-319AB50127F0}"/>
              </a:ext>
            </a:extLst>
          </p:cNvPr>
          <p:cNvSpPr/>
          <p:nvPr/>
        </p:nvSpPr>
        <p:spPr>
          <a:xfrm>
            <a:off x="10591920" y="3772020"/>
            <a:ext cx="75960" cy="75960"/>
          </a:xfrm>
          <a:prstGeom prst="ellipse">
            <a:avLst/>
          </a:prstGeom>
          <a:solidFill>
            <a:srgbClr val="009999"/>
          </a:solidFill>
          <a:ln w="2844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6840" rIns="90000" bIns="684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Elipse 37">
            <a:extLst>
              <a:ext uri="{FF2B5EF4-FFF2-40B4-BE49-F238E27FC236}">
                <a16:creationId xmlns:a16="http://schemas.microsoft.com/office/drawing/2014/main" id="{ABD8236B-FB72-70D5-04AF-B8A75E37ED9C}"/>
              </a:ext>
            </a:extLst>
          </p:cNvPr>
          <p:cNvSpPr/>
          <p:nvPr/>
        </p:nvSpPr>
        <p:spPr>
          <a:xfrm>
            <a:off x="10210680" y="3772020"/>
            <a:ext cx="76320" cy="75960"/>
          </a:xfrm>
          <a:prstGeom prst="ellipse">
            <a:avLst/>
          </a:prstGeom>
          <a:solidFill>
            <a:srgbClr val="009999"/>
          </a:solidFill>
          <a:ln w="2844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6840" rIns="90000" bIns="684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Elipse 38">
            <a:extLst>
              <a:ext uri="{FF2B5EF4-FFF2-40B4-BE49-F238E27FC236}">
                <a16:creationId xmlns:a16="http://schemas.microsoft.com/office/drawing/2014/main" id="{79F75BDD-C9D8-78E0-0E78-1733DFC564AE}"/>
              </a:ext>
            </a:extLst>
          </p:cNvPr>
          <p:cNvSpPr/>
          <p:nvPr/>
        </p:nvSpPr>
        <p:spPr>
          <a:xfrm>
            <a:off x="10591920" y="4305180"/>
            <a:ext cx="75960" cy="76320"/>
          </a:xfrm>
          <a:prstGeom prst="ellipse">
            <a:avLst/>
          </a:prstGeom>
          <a:solidFill>
            <a:srgbClr val="009999"/>
          </a:solidFill>
          <a:ln w="2844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7200" rIns="90000" bIns="72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Elipse 39">
            <a:extLst>
              <a:ext uri="{FF2B5EF4-FFF2-40B4-BE49-F238E27FC236}">
                <a16:creationId xmlns:a16="http://schemas.microsoft.com/office/drawing/2014/main" id="{C5DCC1D4-4D71-17E9-7124-6F82A8DD352A}"/>
              </a:ext>
            </a:extLst>
          </p:cNvPr>
          <p:cNvSpPr/>
          <p:nvPr/>
        </p:nvSpPr>
        <p:spPr>
          <a:xfrm>
            <a:off x="7086600" y="5676780"/>
            <a:ext cx="76320" cy="76320"/>
          </a:xfrm>
          <a:prstGeom prst="ellipse">
            <a:avLst/>
          </a:prstGeom>
          <a:solidFill>
            <a:srgbClr val="009999"/>
          </a:solidFill>
          <a:ln w="2844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7200" rIns="90000" bIns="72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Elipse 40">
            <a:extLst>
              <a:ext uri="{FF2B5EF4-FFF2-40B4-BE49-F238E27FC236}">
                <a16:creationId xmlns:a16="http://schemas.microsoft.com/office/drawing/2014/main" id="{DBD9EB1F-157D-F313-22B0-657507B55491}"/>
              </a:ext>
            </a:extLst>
          </p:cNvPr>
          <p:cNvSpPr/>
          <p:nvPr/>
        </p:nvSpPr>
        <p:spPr>
          <a:xfrm>
            <a:off x="7391520" y="6133980"/>
            <a:ext cx="75960" cy="76320"/>
          </a:xfrm>
          <a:prstGeom prst="ellipse">
            <a:avLst/>
          </a:prstGeom>
          <a:solidFill>
            <a:srgbClr val="009999"/>
          </a:solidFill>
          <a:ln w="2844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7200" rIns="90000" bIns="72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Elipse 41">
            <a:extLst>
              <a:ext uri="{FF2B5EF4-FFF2-40B4-BE49-F238E27FC236}">
                <a16:creationId xmlns:a16="http://schemas.microsoft.com/office/drawing/2014/main" id="{9C507B80-5264-D8B6-4975-14B17F1D63E0}"/>
              </a:ext>
            </a:extLst>
          </p:cNvPr>
          <p:cNvSpPr/>
          <p:nvPr/>
        </p:nvSpPr>
        <p:spPr>
          <a:xfrm>
            <a:off x="7010280" y="6133980"/>
            <a:ext cx="76320" cy="76320"/>
          </a:xfrm>
          <a:prstGeom prst="ellipse">
            <a:avLst/>
          </a:prstGeom>
          <a:solidFill>
            <a:srgbClr val="009999"/>
          </a:solidFill>
          <a:ln w="2844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7200" rIns="90000" bIns="72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Elipse 42">
            <a:extLst>
              <a:ext uri="{FF2B5EF4-FFF2-40B4-BE49-F238E27FC236}">
                <a16:creationId xmlns:a16="http://schemas.microsoft.com/office/drawing/2014/main" id="{38BB41DE-E7EB-3978-2328-BAC01F891820}"/>
              </a:ext>
            </a:extLst>
          </p:cNvPr>
          <p:cNvSpPr/>
          <p:nvPr/>
        </p:nvSpPr>
        <p:spPr>
          <a:xfrm>
            <a:off x="8305920" y="4152900"/>
            <a:ext cx="75960" cy="76320"/>
          </a:xfrm>
          <a:prstGeom prst="ellipse">
            <a:avLst/>
          </a:prstGeom>
          <a:solidFill>
            <a:srgbClr val="FF0066"/>
          </a:solidFill>
          <a:ln w="2844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7200" rIns="90000" bIns="72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Elipse 43">
            <a:extLst>
              <a:ext uri="{FF2B5EF4-FFF2-40B4-BE49-F238E27FC236}">
                <a16:creationId xmlns:a16="http://schemas.microsoft.com/office/drawing/2014/main" id="{96343EF7-81A0-7F74-F7B9-6C60061DAA01}"/>
              </a:ext>
            </a:extLst>
          </p:cNvPr>
          <p:cNvSpPr/>
          <p:nvPr/>
        </p:nvSpPr>
        <p:spPr>
          <a:xfrm>
            <a:off x="9601200" y="5600820"/>
            <a:ext cx="76320" cy="75960"/>
          </a:xfrm>
          <a:prstGeom prst="ellipse">
            <a:avLst/>
          </a:prstGeom>
          <a:solidFill>
            <a:srgbClr val="FF0066"/>
          </a:solidFill>
          <a:ln w="2844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6840" rIns="90000" bIns="684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Rectángulo 44">
            <a:extLst>
              <a:ext uri="{FF2B5EF4-FFF2-40B4-BE49-F238E27FC236}">
                <a16:creationId xmlns:a16="http://schemas.microsoft.com/office/drawing/2014/main" id="{02336D87-6857-7050-4797-0260BB38B2A7}"/>
              </a:ext>
            </a:extLst>
          </p:cNvPr>
          <p:cNvSpPr/>
          <p:nvPr/>
        </p:nvSpPr>
        <p:spPr>
          <a:xfrm>
            <a:off x="7008840" y="2095500"/>
            <a:ext cx="3263760" cy="45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t">
            <a:spAutoFit/>
          </a:bodyPr>
          <a:lstStyle/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Gráfica de control bivariada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4931847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D43EF-69DC-2B12-AB7F-2D42D305E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31E116F5-04D1-E5F4-619C-D261BF21EA1B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27DAE2EF-9D33-101C-BFB0-385E55ADBEC0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FF7C1BE1-F146-9BC1-76CA-16597A02523F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115AA9E1-A24F-00CC-BD99-13CBDCA5FE71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A55DC1E1-E4C5-3414-B965-B06331B8603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5BF44C78-342D-2AD0-2378-9323569837CF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DC7CC6EE-8892-15D1-9E80-20C3D7FE69BB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1063550A-589A-6688-F2B2-FC8751590457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353EF892-C9FA-6342-9C97-A56C4FFA94ED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E1BD97E3-7754-EFE2-6E99-76A90F2204A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CE9A234F-E6C4-349C-15E3-3517B8F48ABB}"/>
              </a:ext>
            </a:extLst>
          </p:cNvPr>
          <p:cNvSpPr txBox="1">
            <a:spLocks/>
          </p:cNvSpPr>
          <p:nvPr/>
        </p:nvSpPr>
        <p:spPr>
          <a:xfrm>
            <a:off x="1676400" y="763222"/>
            <a:ext cx="13639800" cy="174498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CO" dirty="0"/>
              <a:t>Gráficas de control multivariadas - 2</a:t>
            </a:r>
            <a:endParaRPr lang="es-CO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C9BF6480-12AF-F82E-324E-C0AA035896F9}"/>
              </a:ext>
            </a:extLst>
          </p:cNvPr>
          <p:cNvSpPr txBox="1">
            <a:spLocks/>
          </p:cNvSpPr>
          <p:nvPr/>
        </p:nvSpPr>
        <p:spPr>
          <a:xfrm>
            <a:off x="1219200" y="3314700"/>
            <a:ext cx="14935200" cy="78105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spcBef>
                <a:spcPts val="901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Control de procesos </a:t>
            </a:r>
            <a:r>
              <a:rPr lang="es-ES" sz="4400" dirty="0" err="1"/>
              <a:t>multiescala</a:t>
            </a:r>
            <a:r>
              <a:rPr lang="es-ES" sz="4400" dirty="0"/>
              <a:t> con wavelets:</a:t>
            </a:r>
            <a:endParaRPr lang="es-ES" sz="48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799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Detecta anormalidades en múltiples escalas como coeficientes wavelet grandes.</a:t>
            </a:r>
            <a:endParaRPr lang="es-ES" sz="44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799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Útil para datos con heterocedasticidad</a:t>
            </a:r>
            <a:endParaRPr lang="es-ES" sz="44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799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Aplicado en control de procesos químicos</a:t>
            </a:r>
            <a:endParaRPr lang="es-ES" sz="4400" dirty="0">
              <a:solidFill>
                <a:srgbClr val="000000"/>
              </a:solidFill>
              <a:latin typeface="Arial"/>
            </a:endParaRPr>
          </a:p>
          <a:p>
            <a:pPr marL="343080" indent="0">
              <a:spcBef>
                <a:spcPts val="799"/>
              </a:spcBef>
              <a:buFont typeface="Arial" pitchFamily="34" charset="0"/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s-ES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6112132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142F9-31FC-3E15-8AC7-F71B8EBC1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FAF92001-180C-5D06-0E27-0734F0233905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D1C8682B-EFC0-ED93-FDC8-F9C36969FE34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7050F64F-1E1D-9318-3999-F85ACB82C90B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8B39F816-EBEF-3379-3C65-4C0B415EAF19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C2E72AE3-1FEC-A76E-4E10-1B9BFDAA19D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CE706898-5F80-92B4-D48D-BC4159D8F8E8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EAC408D9-4741-01F5-9999-C66791314B68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E8A6FFE2-2419-1898-03F0-473E10091FD1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C2FDC0D6-ABFE-7D2C-4C7E-E054EA378576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0C78AC8B-E5E1-4B0D-72BE-F23BEB3BFED3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CA563507-4261-6BB6-60D9-78301947DB11}"/>
              </a:ext>
            </a:extLst>
          </p:cNvPr>
          <p:cNvSpPr txBox="1">
            <a:spLocks/>
          </p:cNvSpPr>
          <p:nvPr/>
        </p:nvSpPr>
        <p:spPr>
          <a:xfrm>
            <a:off x="457200" y="505820"/>
            <a:ext cx="15392400" cy="133338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dirty="0"/>
              <a:t>Ajuste de modelos y valores atípicos</a:t>
            </a:r>
            <a:endParaRPr lang="es-ES" sz="40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322DDD8C-6E12-F9BF-ECBF-302DECD6C1E6}"/>
              </a:ext>
            </a:extLst>
          </p:cNvPr>
          <p:cNvSpPr txBox="1">
            <a:spLocks/>
          </p:cNvSpPr>
          <p:nvPr/>
        </p:nvSpPr>
        <p:spPr>
          <a:xfrm>
            <a:off x="1143000" y="2476500"/>
            <a:ext cx="15392400" cy="788682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lnSpc>
                <a:spcPct val="9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Los modelos resumen tendencias generales en los datos</a:t>
            </a:r>
            <a:endParaRPr lang="es-ES" sz="40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son más complejos que simples agregados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p. ej. regresión lineal, regresión logística (enfocadas en relaciones entre atributos)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9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Los puntos de datos que no se ajustan a modelos bien ajustados son posibles valores atípicos</a:t>
            </a:r>
            <a:endParaRPr lang="es-ES" sz="40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9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Pruebas de bondad de ajuste (DQ para análisis/minería)</a:t>
            </a:r>
            <a:endParaRPr lang="es-ES" sz="40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comprobar la idoneidad del modelo para los datos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verificar la validez de las suposiciones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¿los datos son lo suficientemente ricos para responder la pregunta de análisis/negocio?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6558897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A0411-4FE7-048E-E51F-C9254F8B6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23F9454-B529-28F1-F9B0-F9169A8472A8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C8B4DA96-825D-F64F-9B8D-8F32DB053A6C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9201A906-F30F-92C8-6663-CFB810896BE2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53B5C975-4A4B-4BBF-25CD-5446CBF1FC78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D7B717E7-7A28-3215-959F-D01566B2C98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C4E54CAA-96C9-3EE9-F097-2F64061F6F04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AB12FB39-6A37-E269-9B95-BD71C2E37441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FE1A725B-DBA0-764C-C1E4-3E210833B81C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996FCCE3-ADB9-DCD2-3ADC-04E302F806EB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70EECAD8-6BF9-9A90-7A10-9747060FA6B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9496271C-C89A-1F24-BF4E-4E1E3E4411EE}"/>
              </a:ext>
            </a:extLst>
          </p:cNvPr>
          <p:cNvSpPr txBox="1">
            <a:spLocks/>
          </p:cNvSpPr>
          <p:nvPr/>
        </p:nvSpPr>
        <p:spPr>
          <a:xfrm>
            <a:off x="914400" y="454932"/>
            <a:ext cx="15544800" cy="28575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dirty="0"/>
              <a:t>Comparación de conjuntos y detección de valores atípicos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D6BE14B8-3363-E3AE-8EBE-68E26E431B8D}"/>
              </a:ext>
            </a:extLst>
          </p:cNvPr>
          <p:cNvSpPr txBox="1">
            <a:spLocks/>
          </p:cNvSpPr>
          <p:nvPr/>
        </p:nvSpPr>
        <p:spPr>
          <a:xfrm>
            <a:off x="1066800" y="3467100"/>
            <a:ext cx="15720510" cy="872478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El “modelo” consiste en resúmenes basados en particiones</a:t>
            </a:r>
            <a:endParaRPr lang="es-ES" sz="44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Realizar pruebas estadísticas no paramétricas para una comparación rápida por secciones de dos o más conjuntos de datos masivos</a:t>
            </a:r>
            <a:endParaRPr lang="es-ES" sz="44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Si existe un conjunto base “bueno”, esta técnica puede detectar secciones potencialmente corruptas en el conjunto de prueba</a:t>
            </a:r>
            <a:endParaRPr lang="es-ES" sz="44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7297498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9A723-98B1-1703-6403-4430D4E40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CDCC3F8-5DA1-4D23-B3D2-CB3C828E2DA9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CB05692E-A214-2C70-3DE9-ACD2EB551535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1268E605-569D-272A-DECC-8EB3A41DD6B1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E14132C0-1B24-C8B2-0B9A-D98D358A19FE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04861223-025B-F0E8-9D03-B9BA75B16C5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5093C379-FE26-800B-ACF4-709604F9EE03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C0DE9B54-EDB4-7138-747B-EB0A6DEFF27B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CC423CDD-6F12-2B33-6912-BCD2480105D6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4FE747B0-5B95-4787-ADE1-BA4C0E529503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DD43CE41-45E4-D8D0-9F4E-EE80C85A9C4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0678BD37-2EA2-CA6F-56C2-2263F057240B}"/>
              </a:ext>
            </a:extLst>
          </p:cNvPr>
          <p:cNvSpPr txBox="1">
            <a:spLocks/>
          </p:cNvSpPr>
          <p:nvPr/>
        </p:nvSpPr>
        <p:spPr>
          <a:xfrm>
            <a:off x="4495800" y="968983"/>
            <a:ext cx="8229600" cy="7160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CO" dirty="0"/>
              <a:t>Bondad de ajuste - 1</a:t>
            </a:r>
            <a:endParaRPr lang="es-CO" sz="40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B4798FB7-565C-60D6-4840-AFC5BC99317C}"/>
              </a:ext>
            </a:extLst>
          </p:cNvPr>
          <p:cNvSpPr txBox="1">
            <a:spLocks/>
          </p:cNvSpPr>
          <p:nvPr/>
        </p:nvSpPr>
        <p:spPr>
          <a:xfrm>
            <a:off x="1547310" y="2988202"/>
            <a:ext cx="14630400" cy="704838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Prueba chi‑cuadrado</a:t>
            </a:r>
            <a:endParaRPr lang="es-ES" sz="44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¿Los atributos son independientes?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499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¿La distribución observada (discreta) coincide con la distribución asumida?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Pruebas de normalidad</a:t>
            </a:r>
            <a:endParaRPr lang="es-ES" sz="44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Gráficos Q‑Q (visual)</a:t>
            </a:r>
            <a:endParaRPr lang="es-ES" sz="44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Prueba de </a:t>
            </a:r>
            <a:r>
              <a:rPr lang="es-ES" sz="4400" dirty="0" err="1"/>
              <a:t>Kolmogorov‑Smirnov</a:t>
            </a:r>
            <a:endParaRPr lang="es-ES" sz="44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Divergencia de </a:t>
            </a:r>
            <a:r>
              <a:rPr lang="es-ES" sz="4400" dirty="0" err="1"/>
              <a:t>Kullback‑Leibler</a:t>
            </a:r>
            <a:endParaRPr lang="es-ES" sz="4400" dirty="0">
              <a:solidFill>
                <a:srgbClr val="000000"/>
              </a:solidFill>
              <a:latin typeface="Arial"/>
            </a:endParaRPr>
          </a:p>
          <a:p>
            <a:pPr marL="343080" indent="0">
              <a:spcBef>
                <a:spcPts val="799"/>
              </a:spcBef>
              <a:buFont typeface="Arial" pitchFamily="34" charset="0"/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s-ES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7684878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B332BC-A331-9D80-57FB-3E4D704BE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50EDABA-B5C3-D787-0AF3-20CCA696DBAE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C8B5674B-7DEC-D6F4-FD6F-A4B291742AE4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79893127-8B69-D3B0-D726-17A88B70A6D4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BAB4E783-41D1-E377-20EB-12D1DD2559DF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E70C8AD6-6975-493A-BCF9-23F8B768CD4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B3AA9773-A86F-B8C0-26A4-102982A096E9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6D835EBC-C652-5745-BCDB-823A2EF481E4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B83B47C0-9E7E-F233-B8CD-D152D10FA584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56B700BB-446E-80BA-578D-D50741B3B413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EFDA4B58-8D01-ECDD-FA46-6A184C7A34A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93F7D7BF-D1B1-C328-55A4-0BBFFE568398}"/>
              </a:ext>
            </a:extLst>
          </p:cNvPr>
          <p:cNvSpPr txBox="1">
            <a:spLocks/>
          </p:cNvSpPr>
          <p:nvPr/>
        </p:nvSpPr>
        <p:spPr>
          <a:xfrm>
            <a:off x="4267200" y="397483"/>
            <a:ext cx="8229600" cy="11430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CO" dirty="0"/>
              <a:t>Bondad de ajuste - 2</a:t>
            </a:r>
            <a:endParaRPr lang="es-CO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14D03C73-2014-AF44-DCD9-5113F160D4F1}"/>
              </a:ext>
            </a:extLst>
          </p:cNvPr>
          <p:cNvSpPr txBox="1">
            <a:spLocks/>
          </p:cNvSpPr>
          <p:nvPr/>
        </p:nvSpPr>
        <p:spPr>
          <a:xfrm>
            <a:off x="990600" y="2247900"/>
            <a:ext cx="15783187" cy="80391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5400" dirty="0"/>
              <a:t>Análisis de residuales</a:t>
            </a:r>
            <a:endParaRPr lang="es-ES" sz="54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800" dirty="0"/>
              <a:t>Desviación de puntos individuales respecto al modelo</a:t>
            </a:r>
            <a:endParaRPr lang="es-ES" sz="48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800" dirty="0"/>
              <a:t>Patrones en los residuales revelan insuficiencias del modelo o violaciones de supuestos</a:t>
            </a:r>
            <a:endParaRPr lang="es-ES" sz="48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800" dirty="0"/>
              <a:t>Revela sesgo (datos no lineales) y peculiaridades (la varianza de un atributo es función de otros)</a:t>
            </a:r>
            <a:endParaRPr lang="es-ES" sz="48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800" dirty="0"/>
              <a:t>Gráficos de residuales</a:t>
            </a:r>
            <a:endParaRPr lang="es-ES" sz="4800" dirty="0">
              <a:solidFill>
                <a:srgbClr val="000000"/>
              </a:solidFill>
              <a:latin typeface="Arial"/>
            </a:endParaRPr>
          </a:p>
          <a:p>
            <a:pPr marL="343080" indent="0">
              <a:spcBef>
                <a:spcPts val="799"/>
              </a:spcBef>
              <a:buFont typeface="Arial" pitchFamily="34" charset="0"/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s-ES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6763391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B03C5-15AA-23E4-0508-6082D316D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46B67ED-77BC-07C1-FF6A-511BAEB43D89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0760FF39-0C24-711F-CE35-F90A9D985FCE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D0E31A15-2467-B6F2-755E-6877329EAE22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9195A1C3-1B48-A2BF-18BC-59071775730A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D126CC38-63BE-A044-DE7F-0011810EA78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A10C64CB-49E4-4EC3-9767-31080891D855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EECF5131-F2BA-EAC1-BD3C-009FF208E981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8EDFB477-9BEC-F41E-0DFE-0A5D39CF9833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85E67D75-032C-0FBA-C7D9-D036D2F902C0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D53CAB8D-13DB-4E6E-7679-0BCCCD5A0815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graphicFrame>
        <p:nvGraphicFramePr>
          <p:cNvPr id="3" name="Objeto 2">
            <a:extLst>
              <a:ext uri="{FF2B5EF4-FFF2-40B4-BE49-F238E27FC236}">
                <a16:creationId xmlns:a16="http://schemas.microsoft.com/office/drawing/2014/main" id="{036335AC-085C-1846-B0D7-0A6C4AEA737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29055621"/>
              </p:ext>
            </p:extLst>
          </p:nvPr>
        </p:nvGraphicFramePr>
        <p:xfrm>
          <a:off x="4300411" y="1471463"/>
          <a:ext cx="8393160" cy="626256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5" imgW="0" imgH="0" progId="Word.Document.12">
                  <p:embed/>
                </p:oleObj>
              </mc:Choice>
              <mc:Fallback>
                <p:oleObj r:id="rId5" imgW="0" imgH="0" progId="Word.Document.12">
                  <p:embed/>
                  <p:pic>
                    <p:nvPicPr>
                      <p:cNvPr id="217" name="Objeto 216"/>
                      <p:cNvPicPr/>
                      <p:nvPr/>
                    </p:nvPicPr>
                    <p:blipFill>
                      <a:blip r:embed="rId6"/>
                      <a:stretch/>
                    </p:blipFill>
                    <p:spPr>
                      <a:xfrm>
                        <a:off x="4300411" y="1471463"/>
                        <a:ext cx="8393160" cy="6262560"/>
                      </a:xfrm>
                      <a:prstGeom prst="rect">
                        <a:avLst/>
                      </a:prstGeom>
                      <a:noFill/>
                      <a:ln w="0"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ángulo 3">
            <a:extLst>
              <a:ext uri="{FF2B5EF4-FFF2-40B4-BE49-F238E27FC236}">
                <a16:creationId xmlns:a16="http://schemas.microsoft.com/office/drawing/2014/main" id="{FDBBDF85-56DB-3F0D-F072-1B6D7BA99C3D}"/>
              </a:ext>
            </a:extLst>
          </p:cNvPr>
          <p:cNvSpPr/>
          <p:nvPr/>
        </p:nvSpPr>
        <p:spPr>
          <a:xfrm>
            <a:off x="5172240" y="7731180"/>
            <a:ext cx="183960" cy="701640"/>
          </a:xfrm>
          <a:prstGeom prst="rect">
            <a:avLst/>
          </a:prstGeom>
          <a:noFill/>
          <a:ln w="0">
            <a:noFill/>
          </a:ln>
          <a:effectLst/>
        </p:spPr>
        <p:txBody>
          <a:bodyPr wrap="none" lIns="90000" tIns="46800" rIns="90000" bIns="46800" anchor="t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F816AC15-088E-592A-B406-79F39CD92825}"/>
              </a:ext>
            </a:extLst>
          </p:cNvPr>
          <p:cNvSpPr/>
          <p:nvPr/>
        </p:nvSpPr>
        <p:spPr>
          <a:xfrm>
            <a:off x="4572000" y="8457272"/>
            <a:ext cx="8201880" cy="398880"/>
          </a:xfrm>
          <a:prstGeom prst="rect">
            <a:avLst/>
          </a:prstGeom>
          <a:noFill/>
          <a:ln w="0">
            <a:noFill/>
          </a:ln>
          <a:effectLst/>
        </p:spPr>
        <p:txBody>
          <a:bodyPr wrap="none" lIns="90000" tIns="46800" rIns="90000" bIns="46800" anchor="t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http://www.socstats.soton.ac.uk/courses/st207307/lecture_slides/l4.doc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</a:endParaRP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F7447A51-3E6C-6716-62FB-42666BCA738C}"/>
              </a:ext>
            </a:extLst>
          </p:cNvPr>
          <p:cNvSpPr/>
          <p:nvPr/>
        </p:nvSpPr>
        <p:spPr>
          <a:xfrm>
            <a:off x="6781800" y="280517"/>
            <a:ext cx="6527520" cy="703440"/>
          </a:xfrm>
          <a:prstGeom prst="rect">
            <a:avLst/>
          </a:prstGeom>
          <a:noFill/>
          <a:ln w="0">
            <a:noFill/>
          </a:ln>
          <a:effectLst/>
        </p:spPr>
        <p:txBody>
          <a:bodyPr wrap="none" lIns="90000" tIns="46800" rIns="90000" bIns="46800" anchor="t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Detectando</a:t>
            </a:r>
            <a:r>
              <a:rPr kumimoji="0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 </a:t>
            </a:r>
            <a:r>
              <a:rPr kumimoji="0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heterocedasticidad</a:t>
            </a:r>
            <a:endParaRPr kumimoji="0" lang="en-US" sz="4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7230981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B4CF9-D7AD-BA0A-383C-FEB871B5F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D11AE56C-27C3-9268-FF83-6486393A47EF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B68017D9-35C3-B6C8-AA10-DCD62C3E6EED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EEEFC0DD-8A09-4C75-58CA-E2DFE3C2552E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3CF7DAF2-972B-A3E0-7D34-C99F20C2C656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866E95B3-283F-9B16-009E-7A2ED4ECADE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F4787953-31B5-4D70-3E6F-B92F670ABBD2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7906ACAB-4448-493E-BF56-2790F1C7DF33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C7D4C060-18D2-175F-F974-4CB8650A96E7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D099C02D-045C-B59A-0A67-9678821143CB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7CF04F8F-4801-DD85-1386-D7EE2BE3EA9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F58C940D-3006-B584-F518-55C1E72F2015}"/>
              </a:ext>
            </a:extLst>
          </p:cNvPr>
          <p:cNvSpPr txBox="1">
            <a:spLocks/>
          </p:cNvSpPr>
          <p:nvPr/>
        </p:nvSpPr>
        <p:spPr>
          <a:xfrm>
            <a:off x="4191000" y="852650"/>
            <a:ext cx="8229600" cy="63972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CO" dirty="0"/>
              <a:t>Valores atípicos geométricos</a:t>
            </a:r>
            <a:endParaRPr lang="es-CO" sz="40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3A6BE1E2-EB9C-0C01-9DB8-683DD950D41D}"/>
              </a:ext>
            </a:extLst>
          </p:cNvPr>
          <p:cNvSpPr txBox="1">
            <a:spLocks/>
          </p:cNvSpPr>
          <p:nvPr/>
        </p:nvSpPr>
        <p:spPr>
          <a:xfrm>
            <a:off x="1140043" y="2552700"/>
            <a:ext cx="15125700" cy="81915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lnSpc>
                <a:spcPct val="9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Definir valores atípicos como los puntos en la periferia del conjunto de datos.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9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“Peeling”: definir capas de profundidad creciente; las capas externas contienen los puntos atípicos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Envolvente convexa (</a:t>
            </a:r>
            <a:r>
              <a:rPr lang="es-ES" sz="3600" dirty="0" err="1"/>
              <a:t>convex</a:t>
            </a:r>
            <a:r>
              <a:rPr lang="es-ES" sz="3600" dirty="0"/>
              <a:t> </a:t>
            </a:r>
            <a:r>
              <a:rPr lang="es-ES" sz="3600" dirty="0" err="1"/>
              <a:t>hull</a:t>
            </a:r>
            <a:r>
              <a:rPr lang="es-ES" sz="3600" dirty="0"/>
              <a:t>): eliminar sucesivos puntos de la envolvente.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Contornos de profundidad: las capas son las capas de profundidad de los datos.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9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Algoritmos eficientes en 2-D, 3-D.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9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La complejidad computacional crece rápidamente con la dimensión.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Complejidad Ω(</a:t>
            </a:r>
            <a:r>
              <a:rPr lang="es-ES" sz="3600" dirty="0" err="1"/>
              <a:t>N⌈d</a:t>
            </a:r>
            <a:r>
              <a:rPr lang="es-ES" sz="3600" dirty="0"/>
              <a:t>/2⌉) para N puntos, d dimensiones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8451369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657DE-BC6A-D464-A5EB-8E9B850257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9E2A1B23-A2C8-C437-CB49-9C04657775CB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45EABD60-5971-B1A0-7A90-A5A6CF5A03B9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BBE4146F-C571-565F-B9BA-642C8F4D1564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BCB39A00-9C81-3D21-4A59-88E8001B0639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39357A90-5EB2-2640-1456-02D8AFF8976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78D96EAD-562B-02C5-2495-C9CC33C6ADFA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B79CD956-9FB0-2A92-B20F-87C46558ACBF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456D4BE8-9291-DBDE-C650-189135DBF2DC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EC12F541-94C9-67B9-E5D3-A33613494773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18163436-93E9-41FA-EF6F-8E9D6138DB5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5" name="PlaceHolder 1">
            <a:extLst>
              <a:ext uri="{FF2B5EF4-FFF2-40B4-BE49-F238E27FC236}">
                <a16:creationId xmlns:a16="http://schemas.microsoft.com/office/drawing/2014/main" id="{7149830F-F0C2-9175-1096-4CC8D4D19B48}"/>
              </a:ext>
            </a:extLst>
          </p:cNvPr>
          <p:cNvSpPr txBox="1">
            <a:spLocks/>
          </p:cNvSpPr>
          <p:nvPr/>
        </p:nvSpPr>
        <p:spPr>
          <a:xfrm>
            <a:off x="4343400" y="968983"/>
            <a:ext cx="8229600" cy="86832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CO"/>
              <a:t>Valores atípicos distribucionales</a:t>
            </a:r>
            <a:endParaRPr lang="es-CO" sz="400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>
            <a:extLst>
              <a:ext uri="{FF2B5EF4-FFF2-40B4-BE49-F238E27FC236}">
                <a16:creationId xmlns:a16="http://schemas.microsoft.com/office/drawing/2014/main" id="{E8358279-FD4C-55BD-B943-4A17D89B6A9B}"/>
              </a:ext>
            </a:extLst>
          </p:cNvPr>
          <p:cNvSpPr txBox="1">
            <a:spLocks/>
          </p:cNvSpPr>
          <p:nvPr/>
        </p:nvSpPr>
        <p:spPr>
          <a:xfrm>
            <a:off x="1066800" y="3009900"/>
            <a:ext cx="15240000" cy="79629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lnSpc>
                <a:spcPct val="90000"/>
              </a:lnSpc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Para cada punto, calcular la distancia máxima a sus k vecinos más cercanos.</a:t>
            </a:r>
            <a:endParaRPr lang="es-ES" sz="44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DB(</a:t>
            </a:r>
            <a:r>
              <a:rPr lang="es-ES" sz="4000" dirty="0" err="1"/>
              <a:t>p,D</a:t>
            </a:r>
            <a:r>
              <a:rPr lang="es-ES" sz="4000" dirty="0"/>
              <a:t>)-</a:t>
            </a:r>
            <a:r>
              <a:rPr lang="es-ES" sz="4000" dirty="0" err="1"/>
              <a:t>outlier</a:t>
            </a:r>
            <a:r>
              <a:rPr lang="es-ES" sz="4000" dirty="0"/>
              <a:t>: al menos una fracción p de los puntos en la base está a distancia mayor que D.</a:t>
            </a:r>
            <a:endParaRPr lang="es-ES" sz="40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90000"/>
              </a:lnSpc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Algoritmos rápidos</a:t>
            </a:r>
            <a:endParaRPr lang="es-ES" sz="44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Uno es O(dN2), uno es O(</a:t>
            </a:r>
            <a:r>
              <a:rPr lang="es-ES" sz="4000" dirty="0" err="1"/>
              <a:t>cd+N</a:t>
            </a:r>
            <a:r>
              <a:rPr lang="es-ES" sz="4000" dirty="0"/>
              <a:t>)</a:t>
            </a:r>
            <a:endParaRPr lang="es-ES" sz="40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90000"/>
              </a:lnSpc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Valores atípicos locales: ajustar la definición según la densidad de los clústeres cercanos.</a:t>
            </a:r>
            <a:endParaRPr lang="es-ES" sz="44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8363643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68AEFA-9A79-BA54-E08A-70E3FDB5A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FA765DC0-B869-5296-90CD-C21207E53E8C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5B36FE00-6195-7305-3FEB-C10A765FC44A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42628E2C-F0FF-EE54-B54F-8D5080D84163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D4012ADD-F626-54C1-A1F7-BAFD3D3FD06A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A3CAAEDF-5448-86CF-286A-3BEA437E26BE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E42D1D3F-1BC3-209D-2FBB-98E517F37F14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FA949D4C-4FE3-E539-8519-4CA48FE28427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44DFB5FE-937A-2DAD-A8D1-462CEF17BD17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A49CDBD8-5FFB-1EF1-2B7D-3D223499857C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0D9944F5-AE5D-B8E2-0731-471DA151504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FFDC57DE-A74F-DF29-4B77-01AAE462ADC0}"/>
              </a:ext>
            </a:extLst>
          </p:cNvPr>
          <p:cNvSpPr txBox="1">
            <a:spLocks/>
          </p:cNvSpPr>
          <p:nvPr/>
        </p:nvSpPr>
        <p:spPr>
          <a:xfrm>
            <a:off x="1545609" y="247941"/>
            <a:ext cx="13868400" cy="15621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dirty="0"/>
              <a:t>Valores atípicos en series temporales</a:t>
            </a:r>
            <a:endParaRPr lang="es-ES" sz="40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9ED835E5-DAE5-37C6-62B9-D82A85C3877F}"/>
              </a:ext>
            </a:extLst>
          </p:cNvPr>
          <p:cNvSpPr txBox="1">
            <a:spLocks/>
          </p:cNvSpPr>
          <p:nvPr/>
        </p:nvSpPr>
        <p:spPr>
          <a:xfrm>
            <a:off x="1524000" y="2552700"/>
            <a:ext cx="13487400" cy="803922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spcBef>
                <a:spcPts val="601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Los datos son una serie temporal de mediciones de una gran colección de entidades (p. ej. uso de clientes).</a:t>
            </a:r>
            <a:endParaRPr lang="es-ES" sz="28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601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Un vector de mediciones define una trayectoria para una entidad.</a:t>
            </a:r>
            <a:endParaRPr lang="es-ES" sz="28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601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Una trayectoria puede estar </a:t>
            </a:r>
            <a:r>
              <a:rPr lang="es-ES" sz="3600" dirty="0" err="1"/>
              <a:t>glitcheada</a:t>
            </a:r>
            <a:r>
              <a:rPr lang="es-ES" sz="3600" dirty="0"/>
              <a:t> y también puede hacer cambios radicales pero válidos.</a:t>
            </a:r>
            <a:endParaRPr lang="es-ES" sz="28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601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Enfoque: desarrollar modelos basados en el comportamiento pasado de la entidad (interno) y en el comportamiento de todas las entidades (relativo).</a:t>
            </a:r>
            <a:endParaRPr lang="es-ES" sz="28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601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Encontrar posibles fallos:</a:t>
            </a:r>
            <a:endParaRPr lang="es-ES" sz="28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499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200" dirty="0"/>
              <a:t>Trayectorias de fallos comunes</a:t>
            </a:r>
            <a:endParaRPr lang="es-ES" sz="24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499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200" dirty="0"/>
              <a:t>Desviaciones respecto al comportamiento interno y relativo.</a:t>
            </a:r>
            <a:endParaRPr lang="es-ES" sz="24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4435675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B7E0E-5C3C-2148-3287-B0F421722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3CDD40F-D193-9026-F8EA-2BA81D620A4F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63464990-44F9-496F-1548-733C887344B5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16319013-6793-C1C2-FF20-3A339C0FA9DF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83C1B04B-3108-61E8-30FC-1468D8570F08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B5E264C4-586B-7FBE-AC79-29AFCCB81AD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412AB309-3790-8C54-5BB4-DDCEBAA73602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0E3FE9BC-89DB-765C-396F-4321FF25C80E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703D2797-1110-42CF-5161-7E9B0E3F79C1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3D472602-D1F7-5040-227B-BDE274F94722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41679C6A-3A93-77BF-383F-3C32B5F5516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93AC37EE-4D9C-8739-F5B2-BBFA5CAB347F}"/>
              </a:ext>
            </a:extLst>
          </p:cNvPr>
          <p:cNvSpPr txBox="1">
            <a:spLocks/>
          </p:cNvSpPr>
          <p:nvPr/>
        </p:nvSpPr>
        <p:spPr>
          <a:xfrm>
            <a:off x="4534068" y="523935"/>
            <a:ext cx="8229600" cy="63972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CO" dirty="0"/>
              <a:t>Herramientas de bases de datos</a:t>
            </a:r>
            <a:endParaRPr lang="es-CO" sz="40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9C9CBD38-D5B6-AECB-B157-E8C90A44222E}"/>
              </a:ext>
            </a:extLst>
          </p:cNvPr>
          <p:cNvSpPr txBox="1">
            <a:spLocks/>
          </p:cNvSpPr>
          <p:nvPr/>
        </p:nvSpPr>
        <p:spPr>
          <a:xfrm>
            <a:off x="1219368" y="1866900"/>
            <a:ext cx="14859000" cy="819198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lnSpc>
                <a:spcPct val="9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La mayoría de los SGBD proporcionan muchas herramientas de consistencia de datos</a:t>
            </a:r>
            <a:endParaRPr lang="es-ES" sz="40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Transacciones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Tipos de datos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Dominios (conjunto restringido de valores de campo)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Restricciones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lvl="2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Restricciones de columna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lvl="3">
              <a:lnSpc>
                <a:spcPct val="90000"/>
              </a:lnSpc>
              <a:spcBef>
                <a:spcPts val="451"/>
              </a:spcBef>
              <a:buClr>
                <a:srgbClr val="000000"/>
              </a:buClr>
              <a:buFont typeface="Arial"/>
              <a:buChar char="–"/>
              <a:tabLst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200" dirty="0" err="1"/>
              <a:t>Not</a:t>
            </a:r>
            <a:r>
              <a:rPr lang="es-ES" sz="3200" dirty="0"/>
              <a:t> </a:t>
            </a:r>
            <a:r>
              <a:rPr lang="es-ES" sz="3200" dirty="0" err="1"/>
              <a:t>Null</a:t>
            </a:r>
            <a:r>
              <a:rPr lang="es-ES" sz="3200" dirty="0"/>
              <a:t>, </a:t>
            </a:r>
            <a:r>
              <a:rPr lang="es-ES" sz="3200" dirty="0" err="1"/>
              <a:t>Unique</a:t>
            </a:r>
            <a:r>
              <a:rPr lang="es-ES" sz="3200" dirty="0"/>
              <a:t>, restricción de valores</a:t>
            </a:r>
            <a:endParaRPr lang="es-ES" sz="2800" dirty="0">
              <a:solidFill>
                <a:srgbClr val="000000"/>
              </a:solidFill>
              <a:latin typeface="Arial"/>
            </a:endParaRPr>
          </a:p>
          <a:p>
            <a:pPr lvl="2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Restricciones de tabla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lvl="3">
              <a:lnSpc>
                <a:spcPct val="90000"/>
              </a:lnSpc>
              <a:spcBef>
                <a:spcPts val="451"/>
              </a:spcBef>
              <a:buClr>
                <a:srgbClr val="000000"/>
              </a:buClr>
              <a:buFont typeface="Arial"/>
              <a:buChar char="–"/>
              <a:tabLst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200" dirty="0"/>
              <a:t>Restricciones de clave primaria y foránea</a:t>
            </a:r>
            <a:endParaRPr lang="es-ES" sz="28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Lenguaje de consulta potente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 err="1"/>
              <a:t>Triggers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 err="1"/>
              <a:t>Timestamps</a:t>
            </a:r>
            <a:r>
              <a:rPr lang="es-ES" sz="4000" dirty="0"/>
              <a:t>, SGBD temporales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406070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00E2E-FCAE-FF84-7E97-9796B7E75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70EBD0E-A8F9-1CBD-AD10-AEF01C698350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AAA1951D-0F9C-E16D-DA62-F6176A4B77EA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E5E05660-1087-9288-EA7D-0A68F269C0E3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30EC27DD-888F-CE3C-38B8-4DC54516355B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12E93285-7989-C36F-9C02-9ACC062955FE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EB02AFB0-1178-71F9-0332-FEADA7785BC3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062EF9CC-F432-ACC6-DD13-AB59092D1DF3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E25624A2-0C9F-DC19-8A01-B944AEE050BC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EB826C8C-7812-ED8F-8F12-223CCB72C63C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15BFE9A1-4600-1A1C-009C-4E3FCF64F0E5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556A3476-9C7B-1EB3-E586-3BEA9F24BF6B}"/>
              </a:ext>
            </a:extLst>
          </p:cNvPr>
          <p:cNvSpPr txBox="1">
            <a:spLocks/>
          </p:cNvSpPr>
          <p:nvPr/>
        </p:nvSpPr>
        <p:spPr>
          <a:xfrm>
            <a:off x="1295400" y="249855"/>
            <a:ext cx="14325600" cy="163866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dirty="0"/>
              <a:t>Entonces, ¿por qué todas las BD están sucias?</a:t>
            </a:r>
            <a:endParaRPr lang="es-ES" sz="40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2B56D4F0-21C2-7E7D-D069-B3507231A62F}"/>
              </a:ext>
            </a:extLst>
          </p:cNvPr>
          <p:cNvSpPr txBox="1">
            <a:spLocks/>
          </p:cNvSpPr>
          <p:nvPr/>
        </p:nvSpPr>
        <p:spPr>
          <a:xfrm>
            <a:off x="914400" y="2095500"/>
            <a:ext cx="15773400" cy="811578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spcBef>
                <a:spcPts val="601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Las restricciones de consistencia a menudo no se usan</a:t>
            </a:r>
            <a:endParaRPr lang="es-ES" sz="28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499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200" dirty="0"/>
              <a:t>Costo de imponer la restricción</a:t>
            </a:r>
            <a:endParaRPr lang="es-ES" sz="2400" dirty="0">
              <a:solidFill>
                <a:srgbClr val="000000"/>
              </a:solidFill>
              <a:latin typeface="Arial"/>
            </a:endParaRPr>
          </a:p>
          <a:p>
            <a:pPr lvl="2">
              <a:spcBef>
                <a:spcPts val="451"/>
              </a:spcBef>
              <a:buClr>
                <a:srgbClr val="000000"/>
              </a:buClr>
              <a:buFont typeface="Arial"/>
              <a:buChar char="•"/>
              <a:tabLst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2800" dirty="0"/>
              <a:t>P. ej., claves foráneas, </a:t>
            </a:r>
            <a:r>
              <a:rPr lang="es-ES" sz="2800" dirty="0" err="1"/>
              <a:t>triggers</a:t>
            </a:r>
            <a:r>
              <a:rPr lang="es-ES" sz="2800" dirty="0"/>
              <a:t>.</a:t>
            </a:r>
            <a:endParaRPr lang="es-ES" sz="20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499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200" dirty="0"/>
              <a:t>Pérdida de flexibilidad</a:t>
            </a:r>
            <a:endParaRPr lang="es-ES" sz="24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499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200" dirty="0"/>
              <a:t>Restricciones no entendidas</a:t>
            </a:r>
            <a:endParaRPr lang="es-ES" sz="2400" dirty="0">
              <a:solidFill>
                <a:srgbClr val="000000"/>
              </a:solidFill>
              <a:latin typeface="Arial"/>
            </a:endParaRPr>
          </a:p>
          <a:p>
            <a:pPr lvl="2">
              <a:spcBef>
                <a:spcPts val="451"/>
              </a:spcBef>
              <a:buClr>
                <a:srgbClr val="000000"/>
              </a:buClr>
              <a:buFont typeface="Arial"/>
              <a:buChar char="•"/>
              <a:tabLst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2800" dirty="0"/>
              <a:t>P. ej., bases de datos grandes y complejas con requisitos que cambian rápidamente</a:t>
            </a:r>
            <a:endParaRPr lang="es-ES" sz="20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499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200" dirty="0"/>
              <a:t>El DBA no sabe / no le importa.</a:t>
            </a:r>
            <a:endParaRPr lang="es-ES" sz="24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601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Basura entra</a:t>
            </a:r>
            <a:endParaRPr lang="es-ES" sz="28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499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200" dirty="0"/>
              <a:t>BD fusionadas, federadas, extraídas de la web.</a:t>
            </a:r>
            <a:endParaRPr lang="es-ES" sz="24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601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Problemas indetectables</a:t>
            </a:r>
            <a:endParaRPr lang="es-ES" sz="28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499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200" dirty="0"/>
              <a:t>Valores incorrectos, datos faltantes</a:t>
            </a:r>
            <a:endParaRPr lang="es-ES" sz="24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601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Metadatos no mantenidos</a:t>
            </a:r>
            <a:endParaRPr lang="es-ES" sz="28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601"/>
              </a:spcBef>
              <a:buClr>
                <a:srgbClr val="0000FF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La base de datos es demasiado compleja para entender</a:t>
            </a:r>
            <a:endParaRPr lang="es-ES" sz="28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515236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B5DEC-6F0F-0889-8C46-FED6DF7FC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EDBACBA-EDC1-F8BA-FF83-56AA8E7C78C9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B8C99D56-83B8-36CF-4290-8B7877C8CE19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644159FF-B391-8E65-7566-167B1B11AFF8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660AEB06-A966-0278-BFFC-0DCBF2DC0C87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0419F587-68D7-5235-3901-681884A8B4BB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2AF24FC0-B2A9-9CD2-F6D2-281D7535AA79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F8DE663B-5D5B-AA3B-E65B-53EC0E5B9B28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CAF6280A-40CE-26D9-34C9-299EA006CF8E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FE81CB94-0209-D8FB-0C7E-0552191B8F90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82C323FD-C4FB-BF00-51DE-A690B3AB62E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361ADBCE-F537-2223-1FE2-2FE6EF0ACFD5}"/>
              </a:ext>
            </a:extLst>
          </p:cNvPr>
          <p:cNvSpPr txBox="1">
            <a:spLocks/>
          </p:cNvSpPr>
          <p:nvPr/>
        </p:nvSpPr>
        <p:spPr>
          <a:xfrm>
            <a:off x="1365913" y="76991"/>
            <a:ext cx="13716000" cy="171486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CO" dirty="0"/>
              <a:t>Demasiado complejo para entender…</a:t>
            </a:r>
            <a:endParaRPr lang="es-CO" sz="36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B20E77D4-9FF3-A54A-38C4-B5F99487E808}"/>
              </a:ext>
            </a:extLst>
          </p:cNvPr>
          <p:cNvSpPr txBox="1">
            <a:spLocks/>
          </p:cNvSpPr>
          <p:nvPr/>
        </p:nvSpPr>
        <p:spPr>
          <a:xfrm>
            <a:off x="1365912" y="2019300"/>
            <a:ext cx="15550487" cy="857298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lnSpc>
                <a:spcPct val="9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Recuerda la clase anterior: diagramas ER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Modelar incluso problemas de juguete se vuelve complicado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9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Consecuencias no intencionadas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Mejor ejemplo: eliminaciones en cascada para imponer restricciones de participación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lvl="2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200" dirty="0"/>
              <a:t>Considera la tabla </a:t>
            </a:r>
            <a:r>
              <a:rPr lang="es-ES" sz="3200" dirty="0" err="1"/>
              <a:t>salesforce</a:t>
            </a:r>
            <a:r>
              <a:rPr lang="es-ES" sz="3200" dirty="0"/>
              <a:t> y la tabla sales. Restricción de participación de </a:t>
            </a:r>
            <a:r>
              <a:rPr lang="es-ES" sz="3200" dirty="0" err="1"/>
              <a:t>salesforce</a:t>
            </a:r>
            <a:r>
              <a:rPr lang="es-ES" sz="3200" dirty="0"/>
              <a:t> en sales. Luego despides a un vendedor…</a:t>
            </a:r>
            <a:endParaRPr lang="es-ES" sz="28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9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La vida real es complicada. Es difícil anticipar situaciones especiales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Ejemplo de libro de dependencias funcionales: el código postal determina el estado. Excepto algunos códigos postales en regiones poco pobladas que cruzan estados.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marL="743040" lvl="1" indent="0">
              <a:lnSpc>
                <a:spcPct val="90000"/>
              </a:lnSpc>
              <a:spcBef>
                <a:spcPts val="601"/>
              </a:spcBef>
              <a:buFont typeface="Arial" pitchFamily="34" charset="0"/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s-ES" sz="24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0447676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14148C-7CA0-66B8-BE02-531729C60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93A3F19-9099-9958-8F84-AB8878EEC9E7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07D80AAF-CC63-A928-D41D-AE52CDF00808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2159C902-ADC0-2778-520A-049E2B4B9F0D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B3165961-F880-AACC-C21D-CEE063B27E31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5C0F2777-FB63-119A-8797-6D445ED1CDA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77D0DB69-49E0-E0E3-4F15-AD10C80E8D54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F82EFB59-E01C-2AFC-C032-3FF2DF6E71D6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FDE3C206-904E-9054-F9E8-6E6B6A09AE31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2D3DFA20-F3A1-EA4E-731E-56769F4F4E64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B63397C5-50F5-E7ED-1BC9-FD4B824731E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A1ACB528-3861-A4F1-4EB4-73CBF75185DD}"/>
              </a:ext>
            </a:extLst>
          </p:cNvPr>
          <p:cNvSpPr txBox="1">
            <a:spLocks/>
          </p:cNvSpPr>
          <p:nvPr/>
        </p:nvSpPr>
        <p:spPr>
          <a:xfrm>
            <a:off x="4500861" y="814490"/>
            <a:ext cx="8229600" cy="7160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CO"/>
              <a:t>ETL</a:t>
            </a:r>
            <a:endParaRPr lang="es-CO" sz="400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13FBF3A5-C959-CF6C-9EF5-7365D5E53BEA}"/>
              </a:ext>
            </a:extLst>
          </p:cNvPr>
          <p:cNvSpPr txBox="1">
            <a:spLocks/>
          </p:cNvSpPr>
          <p:nvPr/>
        </p:nvSpPr>
        <p:spPr>
          <a:xfrm>
            <a:off x="990600" y="2400300"/>
            <a:ext cx="15250122" cy="773466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lnSpc>
                <a:spcPct val="90000"/>
              </a:lnSpc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Proporciona herramientas para</a:t>
            </a:r>
            <a:endParaRPr lang="es-ES" sz="44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Acceder a datos (drivers de BD, </a:t>
            </a:r>
            <a:r>
              <a:rPr lang="es-ES" sz="4000" dirty="0" err="1"/>
              <a:t>fetch</a:t>
            </a:r>
            <a:r>
              <a:rPr lang="es-ES" sz="4000" dirty="0"/>
              <a:t> de páginas web, herramientas de </a:t>
            </a:r>
            <a:r>
              <a:rPr lang="es-ES" sz="4000" dirty="0" err="1"/>
              <a:t>parseo</a:t>
            </a:r>
            <a:r>
              <a:rPr lang="es-ES" sz="4000" dirty="0"/>
              <a:t>)</a:t>
            </a:r>
            <a:endParaRPr lang="es-ES" sz="40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Validar datos (asegurar restricciones)</a:t>
            </a:r>
            <a:endParaRPr lang="es-ES" sz="40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Transformar datos (p. ej. direcciones, teléfonos)</a:t>
            </a:r>
            <a:endParaRPr lang="es-ES" sz="40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Cargar datos</a:t>
            </a:r>
            <a:endParaRPr lang="es-ES" sz="40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90000"/>
              </a:lnSpc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Diseñar automatización</a:t>
            </a:r>
            <a:endParaRPr lang="es-ES" sz="44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Mapeo de esquemas</a:t>
            </a:r>
            <a:endParaRPr lang="es-ES" sz="40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Consultas a conjuntos de datos con interfaces limitadas (consultas web)</a:t>
            </a:r>
            <a:endParaRPr lang="es-ES" sz="40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9182662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1D73A1-4F1C-44CE-24F9-BD0CD156D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83052C6-9F19-FECD-C500-97CEC0024BA4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EA603954-3B0F-0940-1C5E-0813ADA47FAB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DC043920-27C4-52F9-5C90-715CDFE94A04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D61E23D3-5DEF-0662-F756-F6EB2E1CBC08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B65A9EA2-61C7-48FF-3E64-8943D130CA85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08A47FAB-9162-343A-2962-64CD2DC21AF8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BEB2B44B-163D-EC8D-D5DA-410D2EB9F922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E48629DE-B2FF-CE52-70CA-E044FA66BF99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4D574C7C-50DF-8DED-541B-889F4177E520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F6C4447F-775D-FE79-1B0E-0B28FE628A1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5CA5081D-584C-A369-3666-7689297F4408}"/>
              </a:ext>
            </a:extLst>
          </p:cNvPr>
          <p:cNvSpPr txBox="1">
            <a:spLocks/>
          </p:cNvSpPr>
          <p:nvPr/>
        </p:nvSpPr>
        <p:spPr>
          <a:xfrm>
            <a:off x="3951960" y="1653900"/>
            <a:ext cx="8229600" cy="6858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CO"/>
              <a:t>(Ejemplo de mapeo de esquema [MHH00])</a:t>
            </a:r>
            <a:endParaRPr lang="es-CO" sz="320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F0F56BA7-AC64-2BAA-A6B0-4DDE4814BD0F}"/>
              </a:ext>
            </a:extLst>
          </p:cNvPr>
          <p:cNvSpPr/>
          <p:nvPr/>
        </p:nvSpPr>
        <p:spPr>
          <a:xfrm>
            <a:off x="4650000" y="2873580"/>
            <a:ext cx="1383480" cy="459720"/>
          </a:xfrm>
          <a:prstGeom prst="rect">
            <a:avLst/>
          </a:prstGeom>
          <a:noFill/>
          <a:ln w="1584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t">
            <a:spAutoFit/>
          </a:bodyPr>
          <a:lstStyle/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ID   Dir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503FE22D-44E9-2A7A-EEE9-3993948DFDF1}"/>
              </a:ext>
            </a:extLst>
          </p:cNvPr>
          <p:cNvSpPr/>
          <p:nvPr/>
        </p:nvSpPr>
        <p:spPr>
          <a:xfrm>
            <a:off x="4650360" y="4016580"/>
            <a:ext cx="2162520" cy="459720"/>
          </a:xfrm>
          <a:prstGeom prst="rect">
            <a:avLst/>
          </a:prstGeom>
          <a:noFill/>
          <a:ln w="1584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t">
            <a:spAutoFit/>
          </a:bodyPr>
          <a:lstStyle/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ID   Nombre  Salario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E4EA90A4-1B30-0A30-2A5C-24C2F45BF013}"/>
              </a:ext>
            </a:extLst>
          </p:cNvPr>
          <p:cNvSpPr/>
          <p:nvPr/>
        </p:nvSpPr>
        <p:spPr>
          <a:xfrm>
            <a:off x="4649640" y="5159580"/>
            <a:ext cx="2382840" cy="459720"/>
          </a:xfrm>
          <a:prstGeom prst="rect">
            <a:avLst/>
          </a:prstGeom>
          <a:noFill/>
          <a:ln w="1584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t">
            <a:spAutoFit/>
          </a:bodyPr>
          <a:lstStyle/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Nombre  GPA  Año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A3B66586-356F-A9C8-6343-BF7DEA9C83C1}"/>
              </a:ext>
            </a:extLst>
          </p:cNvPr>
          <p:cNvSpPr/>
          <p:nvPr/>
        </p:nvSpPr>
        <p:spPr>
          <a:xfrm>
            <a:off x="4651080" y="6302580"/>
            <a:ext cx="2145240" cy="459720"/>
          </a:xfrm>
          <a:prstGeom prst="rect">
            <a:avLst/>
          </a:prstGeom>
          <a:noFill/>
          <a:ln w="1584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t">
            <a:spAutoFit/>
          </a:bodyPr>
          <a:lstStyle/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Rango   TarifaHora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C772B7E2-D0C4-290D-5F80-2AFF1D878BF2}"/>
              </a:ext>
            </a:extLst>
          </p:cNvPr>
          <p:cNvSpPr/>
          <p:nvPr/>
        </p:nvSpPr>
        <p:spPr>
          <a:xfrm>
            <a:off x="4650000" y="7429740"/>
            <a:ext cx="4093200" cy="459720"/>
          </a:xfrm>
          <a:prstGeom prst="rect">
            <a:avLst/>
          </a:prstGeom>
          <a:noFill/>
          <a:ln w="1584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t">
            <a:spAutoFit/>
          </a:bodyPr>
          <a:lstStyle/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Nombre   Proy   Hrs   RangoProy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99188BCF-9146-8C13-DEDE-2939E2ECAE30}"/>
              </a:ext>
            </a:extLst>
          </p:cNvPr>
          <p:cNvSpPr/>
          <p:nvPr/>
        </p:nvSpPr>
        <p:spPr>
          <a:xfrm>
            <a:off x="4395480" y="2416380"/>
            <a:ext cx="1298880" cy="45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t">
            <a:spAutoFit/>
          </a:bodyPr>
          <a:lstStyle/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Dirección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8B66ADEB-FE33-1A77-558C-036B272FE43B}"/>
              </a:ext>
            </a:extLst>
          </p:cNvPr>
          <p:cNvSpPr/>
          <p:nvPr/>
        </p:nvSpPr>
        <p:spPr>
          <a:xfrm>
            <a:off x="4410960" y="3559380"/>
            <a:ext cx="1485000" cy="45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t">
            <a:spAutoFit/>
          </a:bodyPr>
          <a:lstStyle/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Profesor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46A8FD7C-F2E1-2D25-B1A9-2375C513432D}"/>
              </a:ext>
            </a:extLst>
          </p:cNvPr>
          <p:cNvSpPr/>
          <p:nvPr/>
        </p:nvSpPr>
        <p:spPr>
          <a:xfrm>
            <a:off x="4395120" y="4702380"/>
            <a:ext cx="1231560" cy="45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t">
            <a:spAutoFit/>
          </a:bodyPr>
          <a:lstStyle/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Estudiante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C1C2C441-656C-A207-A57E-FC285A9BE7A8}"/>
              </a:ext>
            </a:extLst>
          </p:cNvPr>
          <p:cNvSpPr/>
          <p:nvPr/>
        </p:nvSpPr>
        <p:spPr>
          <a:xfrm>
            <a:off x="4411320" y="5845380"/>
            <a:ext cx="1349640" cy="45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t">
            <a:spAutoFit/>
          </a:bodyPr>
          <a:lstStyle/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TarifaDePago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5DBF7033-ED35-0ECE-2B7E-6EFFE44874C8}"/>
              </a:ext>
            </a:extLst>
          </p:cNvPr>
          <p:cNvSpPr/>
          <p:nvPr/>
        </p:nvSpPr>
        <p:spPr>
          <a:xfrm>
            <a:off x="4486920" y="6951660"/>
            <a:ext cx="1450800" cy="45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t">
            <a:spAutoFit/>
          </a:bodyPr>
          <a:lstStyle/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TrabajaEn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A80C131F-7E0E-6A71-D656-52ABC255A333}"/>
              </a:ext>
            </a:extLst>
          </p:cNvPr>
          <p:cNvSpPr/>
          <p:nvPr/>
        </p:nvSpPr>
        <p:spPr>
          <a:xfrm>
            <a:off x="10092120" y="3178140"/>
            <a:ext cx="1553040" cy="45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t">
            <a:spAutoFit/>
          </a:bodyPr>
          <a:lstStyle/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Personal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F88C61A4-F656-2821-E364-7384B6B32CA9}"/>
              </a:ext>
            </a:extLst>
          </p:cNvPr>
          <p:cNvSpPr/>
          <p:nvPr/>
        </p:nvSpPr>
        <p:spPr>
          <a:xfrm>
            <a:off x="10591800" y="3619500"/>
            <a:ext cx="1620720" cy="459720"/>
          </a:xfrm>
          <a:prstGeom prst="rect">
            <a:avLst/>
          </a:prstGeom>
          <a:noFill/>
          <a:ln w="1584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t">
            <a:spAutoFit/>
          </a:bodyPr>
          <a:lstStyle/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Nombre  Salario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Forma libre: forma 24">
            <a:extLst>
              <a:ext uri="{FF2B5EF4-FFF2-40B4-BE49-F238E27FC236}">
                <a16:creationId xmlns:a16="http://schemas.microsoft.com/office/drawing/2014/main" id="{5FA1BB0C-54FC-B569-8536-5DC96EDC6F38}"/>
              </a:ext>
            </a:extLst>
          </p:cNvPr>
          <p:cNvSpPr/>
          <p:nvPr/>
        </p:nvSpPr>
        <p:spPr>
          <a:xfrm>
            <a:off x="6923760" y="3571980"/>
            <a:ext cx="3581280" cy="596880"/>
          </a:xfrm>
          <a:custGeom>
            <a:avLst/>
            <a:gdLst/>
            <a:ahLst/>
            <a:cxnLst/>
            <a:rect l="l" t="t" r="r" b="b"/>
            <a:pathLst>
              <a:path w="2256" h="376">
                <a:moveTo>
                  <a:pt x="0" y="376"/>
                </a:moveTo>
                <a:cubicBezTo>
                  <a:pt x="364" y="228"/>
                  <a:pt x="728" y="80"/>
                  <a:pt x="1104" y="40"/>
                </a:cubicBezTo>
                <a:cubicBezTo>
                  <a:pt x="1480" y="0"/>
                  <a:pt x="1868" y="68"/>
                  <a:pt x="2256" y="136"/>
                </a:cubicBezTo>
              </a:path>
            </a:pathLst>
          </a:custGeom>
          <a:noFill/>
          <a:ln w="9360">
            <a:solidFill>
              <a:srgbClr val="000000"/>
            </a:solidFill>
            <a:round/>
            <a:tailEnd type="triangle" w="lg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Forma libre: forma 25">
            <a:extLst>
              <a:ext uri="{FF2B5EF4-FFF2-40B4-BE49-F238E27FC236}">
                <a16:creationId xmlns:a16="http://schemas.microsoft.com/office/drawing/2014/main" id="{54045510-95C0-734C-A3E8-784491ED57A1}"/>
              </a:ext>
            </a:extLst>
          </p:cNvPr>
          <p:cNvSpPr/>
          <p:nvPr/>
        </p:nvSpPr>
        <p:spPr>
          <a:xfrm>
            <a:off x="6923760" y="4321140"/>
            <a:ext cx="3962520" cy="2718000"/>
          </a:xfrm>
          <a:custGeom>
            <a:avLst/>
            <a:gdLst/>
            <a:ahLst/>
            <a:cxnLst/>
            <a:rect l="l" t="t" r="r" b="b"/>
            <a:pathLst>
              <a:path w="2496" h="1712">
                <a:moveTo>
                  <a:pt x="0" y="1392"/>
                </a:moveTo>
                <a:cubicBezTo>
                  <a:pt x="396" y="1552"/>
                  <a:pt x="792" y="1712"/>
                  <a:pt x="1152" y="1584"/>
                </a:cubicBezTo>
                <a:cubicBezTo>
                  <a:pt x="1512" y="1456"/>
                  <a:pt x="1936" y="888"/>
                  <a:pt x="2160" y="624"/>
                </a:cubicBezTo>
                <a:cubicBezTo>
                  <a:pt x="2384" y="360"/>
                  <a:pt x="2440" y="180"/>
                  <a:pt x="2496" y="0"/>
                </a:cubicBezTo>
              </a:path>
            </a:pathLst>
          </a:custGeom>
          <a:noFill/>
          <a:ln w="15840">
            <a:solidFill>
              <a:srgbClr val="000000"/>
            </a:solidFill>
            <a:round/>
            <a:tailEnd type="triangle" w="lg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Conector recto 26">
            <a:extLst>
              <a:ext uri="{FF2B5EF4-FFF2-40B4-BE49-F238E27FC236}">
                <a16:creationId xmlns:a16="http://schemas.microsoft.com/office/drawing/2014/main" id="{33034764-D1E5-9C20-5540-021330471AAA}"/>
              </a:ext>
            </a:extLst>
          </p:cNvPr>
          <p:cNvSpPr/>
          <p:nvPr/>
        </p:nvSpPr>
        <p:spPr>
          <a:xfrm flipV="1">
            <a:off x="8904840" y="5997300"/>
            <a:ext cx="838440" cy="1676520"/>
          </a:xfrm>
          <a:prstGeom prst="line">
            <a:avLst/>
          </a:prstGeom>
          <a:ln w="936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3B471359-E55D-79C7-B86C-4429720E3291}"/>
              </a:ext>
            </a:extLst>
          </p:cNvPr>
          <p:cNvSpPr/>
          <p:nvPr/>
        </p:nvSpPr>
        <p:spPr>
          <a:xfrm>
            <a:off x="7748880" y="3141780"/>
            <a:ext cx="1604160" cy="45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t">
            <a:spAutoFit/>
          </a:bodyPr>
          <a:lstStyle/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Mapeo 1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3B2FF502-FCDF-D8BB-F957-7E365F96E18D}"/>
              </a:ext>
            </a:extLst>
          </p:cNvPr>
          <p:cNvSpPr/>
          <p:nvPr/>
        </p:nvSpPr>
        <p:spPr>
          <a:xfrm>
            <a:off x="9882240" y="6189900"/>
            <a:ext cx="1604160" cy="45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t">
            <a:spAutoFit/>
          </a:bodyPr>
          <a:lstStyle/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Mapeo 2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8030455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443F4-05C6-212E-2264-1F3C2CB50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9D899BF9-3CBC-201D-5B7D-6ADAED4A8DD8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56217725-90C1-326A-7226-E22154C802FD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063A1B22-90F2-A276-EE5A-9A85AFDB3AE1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E2F190F7-9D74-5EBF-4A07-5C82AB8D160E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FC928B68-BF7D-E36E-888C-D5FFCD494233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8F63875C-8DA4-C281-1F8A-E2EC092E0C12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62641932-17DC-CFAC-1099-80B2E1AEDE5D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1B108718-2E58-FDE0-9D20-DAEF706C2355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5DCA0A29-4211-75AB-2DDF-E9752A9145FB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81461C78-3B16-B60D-E494-97E840DC2073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8676BA1D-AFD2-4C30-8008-81C3CAE3134C}"/>
              </a:ext>
            </a:extLst>
          </p:cNvPr>
          <p:cNvSpPr txBox="1">
            <a:spLocks/>
          </p:cNvSpPr>
          <p:nvPr/>
        </p:nvSpPr>
        <p:spPr>
          <a:xfrm>
            <a:off x="4693363" y="968983"/>
            <a:ext cx="8229600" cy="7920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CO" dirty="0"/>
              <a:t>Extracción web (web </a:t>
            </a:r>
            <a:r>
              <a:rPr lang="es-CO" dirty="0" err="1"/>
              <a:t>scraping</a:t>
            </a:r>
            <a:r>
              <a:rPr lang="es-CO" dirty="0"/>
              <a:t>)</a:t>
            </a:r>
            <a:endParaRPr lang="es-CO" sz="40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5726F92A-4B62-04AD-5D8A-73F736AA35B8}"/>
              </a:ext>
            </a:extLst>
          </p:cNvPr>
          <p:cNvSpPr txBox="1">
            <a:spLocks/>
          </p:cNvSpPr>
          <p:nvPr/>
        </p:nvSpPr>
        <p:spPr>
          <a:xfrm>
            <a:off x="990768" y="2857500"/>
            <a:ext cx="15087600" cy="79631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lnSpc>
                <a:spcPct val="90000"/>
              </a:lnSpc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Hay muchos datos en la web, pero están mezclados con mucho “ruido”.</a:t>
            </a:r>
            <a:endParaRPr lang="es-ES" sz="40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90000"/>
              </a:lnSpc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Problemas:</a:t>
            </a:r>
            <a:endParaRPr lang="es-ES" sz="40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Interfaces de consulta limitadas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lvl="2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  <a:tabLst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200" dirty="0"/>
              <a:t>Rellenar formularios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Campos de “texto libre”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lvl="2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  <a:tabLst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200" dirty="0"/>
              <a:t>P. ej. direcciones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Salida inconsistente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lvl="2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  <a:tabLst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200" dirty="0"/>
              <a:t>Es decir, las etiquetas HTML que marcan campos interesantes pueden variar entre páginas.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Cambio rápido sin aviso.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2286906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EFCA5-8F74-A5A2-2D5B-2D27BFC36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6196192-61A2-0DEA-F463-1ACD9513642B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26DD73FC-2733-B718-6618-B37137B69BA1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48C2DBBF-00DB-5218-5959-F6676CD2E390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E998AA90-C4FE-E013-8A20-FF6639E22588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607E26CA-487A-ABD2-58AB-C9655B9F570B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5426D38C-C020-85B2-A8E2-F671B0A4BE7D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9078C3CC-7448-D474-F2A4-2C7EFE9965F5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60E5EFA3-5562-631E-5065-5C903DCE4E26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1701A712-6B6C-A03C-1A3B-2D86A24ADE33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7FE4B001-65EC-7C9B-C014-7C34D3170EB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105FAEEA-335E-213F-56CA-64982ACD39A9}"/>
              </a:ext>
            </a:extLst>
          </p:cNvPr>
          <p:cNvSpPr txBox="1">
            <a:spLocks/>
          </p:cNvSpPr>
          <p:nvPr/>
        </p:nvSpPr>
        <p:spPr>
          <a:xfrm>
            <a:off x="4572000" y="474835"/>
            <a:ext cx="8229600" cy="7920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CO" dirty="0"/>
              <a:t>Coincidencia aproximada</a:t>
            </a:r>
            <a:endParaRPr lang="es-CO" sz="40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9F030785-2227-7650-EA67-7EB8CE89447C}"/>
              </a:ext>
            </a:extLst>
          </p:cNvPr>
          <p:cNvSpPr txBox="1">
            <a:spLocks/>
          </p:cNvSpPr>
          <p:nvPr/>
        </p:nvSpPr>
        <p:spPr>
          <a:xfrm>
            <a:off x="1028700" y="2019300"/>
            <a:ext cx="15316200" cy="811578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Relacionar tuplas cuyos campos están “cerca”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Coincidencia aproximada de cadenas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lvl="2"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200" dirty="0"/>
              <a:t>En general, basada en distancia de edición.</a:t>
            </a:r>
            <a:endParaRPr lang="es-ES" sz="2800" dirty="0">
              <a:solidFill>
                <a:srgbClr val="000000"/>
              </a:solidFill>
              <a:latin typeface="Arial"/>
            </a:endParaRPr>
          </a:p>
          <a:p>
            <a:pPr lvl="2"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200" dirty="0"/>
              <a:t>Expresión SQL rápida usando un índice de q-</a:t>
            </a:r>
            <a:r>
              <a:rPr lang="es-ES" sz="3200" dirty="0" err="1"/>
              <a:t>grams</a:t>
            </a:r>
            <a:endParaRPr lang="es-ES" sz="28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Coincidencia aproximada de árboles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lvl="2"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200" dirty="0"/>
              <a:t>Para XML</a:t>
            </a:r>
            <a:endParaRPr lang="es-ES" sz="2800" dirty="0">
              <a:solidFill>
                <a:srgbClr val="000000"/>
              </a:solidFill>
              <a:latin typeface="Arial"/>
            </a:endParaRPr>
          </a:p>
          <a:p>
            <a:pPr lvl="2"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200" dirty="0"/>
              <a:t>Mucho más costosa que la coincidencia de cadenas</a:t>
            </a:r>
            <a:endParaRPr lang="es-ES" sz="2800" dirty="0">
              <a:solidFill>
                <a:srgbClr val="000000"/>
              </a:solidFill>
              <a:latin typeface="Arial"/>
            </a:endParaRPr>
          </a:p>
          <a:p>
            <a:pPr lvl="2"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200" dirty="0"/>
              <a:t>Investigación reciente en aproximaciones rápidas</a:t>
            </a:r>
            <a:endParaRPr lang="es-ES" sz="28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Coincidencia por vector de características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lvl="2"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200" dirty="0"/>
              <a:t>Búsqueda por similitud</a:t>
            </a:r>
            <a:endParaRPr lang="es-ES" sz="2800" dirty="0">
              <a:solidFill>
                <a:srgbClr val="000000"/>
              </a:solidFill>
              <a:latin typeface="Arial"/>
            </a:endParaRPr>
          </a:p>
          <a:p>
            <a:pPr lvl="2"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200" dirty="0"/>
              <a:t>Muchas técnicas discutidas en la literatura de minería de datos.</a:t>
            </a:r>
            <a:endParaRPr lang="es-ES" sz="28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Coincidencia ad hoc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lvl="2"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200" dirty="0"/>
              <a:t>Busca un truco ingenioso.</a:t>
            </a:r>
            <a:endParaRPr lang="es-ES" sz="28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1846404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AF48C-95FA-DFD0-92F2-8CF11FFBE3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3108D72-58A7-1B32-EC1F-EF79C60B6AB7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63636C78-400A-A484-7162-5F3093547B42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2AB07ECD-BB38-18E5-24EC-63D512A76F35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B4DF1F1A-5EC6-9207-407B-20FBCF41C41E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5E3114EB-9CBE-A6AD-7914-B0BE85B4509A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722DE6BA-C1C9-2CF3-5014-BC08ECDD70CE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7D2E3EFB-71D1-5989-B7F6-D2D913BD2BCC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0ECDEB79-8F3B-8DC8-713A-FA1E5B89AC7A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5BF624AD-0D26-2D23-8A7C-22F18AD652B5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A6D6994C-C255-9215-58D9-3A5E7726661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1378389D-6F54-D788-FF33-8A3EC353327C}"/>
              </a:ext>
            </a:extLst>
          </p:cNvPr>
          <p:cNvSpPr txBox="1">
            <a:spLocks/>
          </p:cNvSpPr>
          <p:nvPr/>
        </p:nvSpPr>
        <p:spPr>
          <a:xfrm>
            <a:off x="1186787" y="474835"/>
            <a:ext cx="15316200" cy="179106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dirty="0"/>
              <a:t>Uniones aproximadas y eliminación de duplicados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D0A0FBF8-F999-D520-0745-F3CB13915702}"/>
              </a:ext>
            </a:extLst>
          </p:cNvPr>
          <p:cNvSpPr txBox="1">
            <a:spLocks/>
          </p:cNvSpPr>
          <p:nvPr/>
        </p:nvSpPr>
        <p:spPr>
          <a:xfrm>
            <a:off x="876300" y="2791087"/>
            <a:ext cx="15621000" cy="750558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lnSpc>
                <a:spcPct val="9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Realizar uniones basadas en información incompleta o corrupta.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Unión aproximada: entre dos tablas distintas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Eliminación de duplicados: dentro de la misma tabla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9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Más general que la coincidencia aproximada.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Semántica: se necesitan transformaciones especiales y funciones de puntuación.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Correlacionar información: verificación con otras fuentes, p. ej. el uso se correlaciona con la facturación.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Datos faltantes: se necesitan varios criterios ortogonales de búsqueda y puntuación.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9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Pero la coincidencia aproximada es una herramienta valiosa…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3665238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FDD59-C9CC-F997-419E-DDAC3B1FF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EB95275B-E16A-161F-50AD-D97C1258E59B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E8DC2060-9C00-3A64-9650-76F2A29B69A5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B3CAB9BA-0A9F-7A4C-4419-669B7303A735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9C7CC50A-690C-A8AB-3E5A-CA851FC239C5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E632A989-24BD-896A-3629-3B91C9A082E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F75F6352-98F6-3980-D6D5-B9AF5D5E616E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AE185C8D-2DFB-6DA7-B3D6-E35156AC293E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0882190A-3F25-5910-E1DC-B4C929661076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003BC047-F520-F2F8-B1EF-F4356D004ACF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E8B1A6E7-EE2D-0654-55E4-FC134126A0D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E443E97C-3337-7D10-F481-1A9E8A3DF9F0}"/>
              </a:ext>
            </a:extLst>
          </p:cNvPr>
          <p:cNvSpPr txBox="1">
            <a:spLocks/>
          </p:cNvSpPr>
          <p:nvPr/>
        </p:nvSpPr>
        <p:spPr>
          <a:xfrm>
            <a:off x="4445160" y="619028"/>
            <a:ext cx="8229600" cy="7160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CO" dirty="0"/>
              <a:t>Algoritmo</a:t>
            </a:r>
            <a:endParaRPr lang="es-CO" sz="40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CD11BBDC-9957-1253-D693-554CD507393A}"/>
              </a:ext>
            </a:extLst>
          </p:cNvPr>
          <p:cNvSpPr txBox="1">
            <a:spLocks/>
          </p:cNvSpPr>
          <p:nvPr/>
        </p:nvSpPr>
        <p:spPr>
          <a:xfrm>
            <a:off x="1371600" y="2371397"/>
            <a:ext cx="14253580" cy="742998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spcBef>
                <a:spcPts val="601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Particionar el conjunto de datos</a:t>
            </a:r>
            <a:endParaRPr lang="es-ES" sz="28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499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200" dirty="0"/>
              <a:t>Por hash sobre clave calculada</a:t>
            </a:r>
            <a:endParaRPr lang="es-ES" sz="24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499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200" dirty="0"/>
              <a:t>Por ordenamiento sobre clave calculada</a:t>
            </a:r>
            <a:endParaRPr lang="es-ES" sz="24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499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200" dirty="0"/>
              <a:t>Por búsqueda de similitud / coincidencia aproximada sobre clave calculada</a:t>
            </a:r>
            <a:endParaRPr lang="es-ES" sz="24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601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Realizar puntuación dentro de la partición</a:t>
            </a:r>
            <a:endParaRPr lang="es-ES" sz="28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499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200" dirty="0"/>
              <a:t>Hash: todos los pares</a:t>
            </a:r>
            <a:endParaRPr lang="es-ES" sz="24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499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200" dirty="0"/>
              <a:t>Ordenamiento, búsqueda de similitud: registro objetivo vs. registros recuperados</a:t>
            </a:r>
            <a:endParaRPr lang="es-ES" sz="24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601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Pares de registros con puntuaciones altas son coincidencias</a:t>
            </a:r>
            <a:endParaRPr lang="es-ES" sz="28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601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Usar múltiples claves calculadas / funciones hash</a:t>
            </a:r>
            <a:endParaRPr lang="es-ES" sz="28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601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Eliminación de duplicados: los registros duplicados forman una clase de equivalencia.</a:t>
            </a:r>
            <a:endParaRPr lang="es-ES" sz="28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7420747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C776BA-9635-72B5-DFAD-7FFC5C5EE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90DD1ED8-B79F-7E4F-76C2-45FEC596FF7A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F020039D-1AD3-439C-33A6-E3A3F335DAF0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845A3455-3FE0-DE3A-E020-DD1C2AFAE4BB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E898EC9B-511C-1723-A013-14741F0C6719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2A854B64-B5AC-7DD2-9A72-5DC93B2DCDD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64F7D9EC-A6EA-D8C1-8DE7-055CB3025E3A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8D045A97-EFDC-F321-19CD-C054D328A041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0ED1F338-1263-266D-F841-35A83D74516A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DC4FD600-879C-DE66-6FAD-E7F385944250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4900EBDE-FAC8-141B-454B-61F968E64C03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Rectángulo 2">
            <a:extLst>
              <a:ext uri="{FF2B5EF4-FFF2-40B4-BE49-F238E27FC236}">
                <a16:creationId xmlns:a16="http://schemas.microsoft.com/office/drawing/2014/main" id="{840D9C6F-474A-2405-BA28-E6DA2891C2D0}"/>
              </a:ext>
            </a:extLst>
          </p:cNvPr>
          <p:cNvSpPr/>
          <p:nvPr/>
        </p:nvSpPr>
        <p:spPr>
          <a:xfrm>
            <a:off x="5798160" y="1638420"/>
            <a:ext cx="6555240" cy="703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t">
            <a:spAutoFit/>
          </a:bodyPr>
          <a:lstStyle/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(Ejemplo de unión aproximada)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6211C61D-1C4F-B3E7-5F6E-31F92E52C60E}"/>
              </a:ext>
            </a:extLst>
          </p:cNvPr>
          <p:cNvSpPr/>
          <p:nvPr/>
        </p:nvSpPr>
        <p:spPr>
          <a:xfrm>
            <a:off x="4267800" y="2933700"/>
            <a:ext cx="1067040" cy="4496040"/>
          </a:xfrm>
          <a:prstGeom prst="rect">
            <a:avLst/>
          </a:prstGeom>
          <a:noFill/>
          <a:ln w="1908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B9C430DB-6573-36EA-2DA7-F1428EB2D138}"/>
              </a:ext>
            </a:extLst>
          </p:cNvPr>
          <p:cNvSpPr/>
          <p:nvPr/>
        </p:nvSpPr>
        <p:spPr>
          <a:xfrm>
            <a:off x="4346280" y="2440140"/>
            <a:ext cx="943200" cy="45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t">
            <a:spAutoFit/>
          </a:bodyPr>
          <a:lstStyle/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Ventas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7FF4E8E1-12E6-2BFB-7322-CEFB01D5C011}"/>
              </a:ext>
            </a:extLst>
          </p:cNvPr>
          <p:cNvSpPr/>
          <p:nvPr/>
        </p:nvSpPr>
        <p:spPr>
          <a:xfrm>
            <a:off x="12040200" y="3086340"/>
            <a:ext cx="1067040" cy="4495680"/>
          </a:xfrm>
          <a:prstGeom prst="rect">
            <a:avLst/>
          </a:prstGeom>
          <a:noFill/>
          <a:ln w="1908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C24D7F00-2E9F-0FF6-F495-FCFBD046AB21}"/>
              </a:ext>
            </a:extLst>
          </p:cNvPr>
          <p:cNvSpPr/>
          <p:nvPr/>
        </p:nvSpPr>
        <p:spPr>
          <a:xfrm>
            <a:off x="11262600" y="2592420"/>
            <a:ext cx="1841040" cy="45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t">
            <a:spAutoFit/>
          </a:bodyPr>
          <a:lstStyle/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Aprovisionamiento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7E871AF1-B425-1B2E-B3AA-1C2183E13EE7}"/>
              </a:ext>
            </a:extLst>
          </p:cNvPr>
          <p:cNvSpPr/>
          <p:nvPr/>
        </p:nvSpPr>
        <p:spPr>
          <a:xfrm>
            <a:off x="6172920" y="3848100"/>
            <a:ext cx="2362320" cy="1447920"/>
          </a:xfrm>
          <a:prstGeom prst="rect">
            <a:avLst/>
          </a:prstGeom>
          <a:noFill/>
          <a:ln w="1908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2217C0F4-1D16-D2DD-CA1C-172E390EE34C}"/>
              </a:ext>
            </a:extLst>
          </p:cNvPr>
          <p:cNvSpPr/>
          <p:nvPr/>
        </p:nvSpPr>
        <p:spPr>
          <a:xfrm>
            <a:off x="8763840" y="3848100"/>
            <a:ext cx="2361960" cy="1447920"/>
          </a:xfrm>
          <a:prstGeom prst="rect">
            <a:avLst/>
          </a:prstGeom>
          <a:noFill/>
          <a:ln w="1908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1EAE7A4F-12DE-472D-A8E9-D81D6D1E1986}"/>
              </a:ext>
            </a:extLst>
          </p:cNvPr>
          <p:cNvSpPr/>
          <p:nvPr/>
        </p:nvSpPr>
        <p:spPr>
          <a:xfrm>
            <a:off x="6844680" y="3402060"/>
            <a:ext cx="817200" cy="398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t">
            <a:spAutoFit/>
          </a:bodyPr>
          <a:lstStyle/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Ventas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AC3844D2-8A29-121E-04F4-3E55AFF6FF44}"/>
              </a:ext>
            </a:extLst>
          </p:cNvPr>
          <p:cNvSpPr/>
          <p:nvPr/>
        </p:nvSpPr>
        <p:spPr>
          <a:xfrm>
            <a:off x="8841240" y="3390900"/>
            <a:ext cx="1567080" cy="398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t">
            <a:spAutoFit/>
          </a:bodyPr>
          <a:lstStyle/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Aprovisionamiento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F74EC686-AD66-3AC4-7B5E-0BA5D70CD8D3}"/>
              </a:ext>
            </a:extLst>
          </p:cNvPr>
          <p:cNvSpPr/>
          <p:nvPr/>
        </p:nvSpPr>
        <p:spPr>
          <a:xfrm>
            <a:off x="6172200" y="3859260"/>
            <a:ext cx="2359080" cy="131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t">
            <a:spAutoFit/>
          </a:bodyPr>
          <a:lstStyle/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Genrl. Eclectic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General Magic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Gensys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Genomic Research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1C2E285B-F9EB-61B1-BD4F-78C3D1DB3CDB}"/>
              </a:ext>
            </a:extLst>
          </p:cNvPr>
          <p:cNvSpPr/>
          <p:nvPr/>
        </p:nvSpPr>
        <p:spPr>
          <a:xfrm>
            <a:off x="8767800" y="3924420"/>
            <a:ext cx="2359080" cy="1008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t">
            <a:spAutoFit/>
          </a:bodyPr>
          <a:lstStyle/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Genrl. Electric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Genomic Research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Gensys Inc.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586387DF-DA5A-255B-E2E8-5EB3FBBC0E42}"/>
              </a:ext>
            </a:extLst>
          </p:cNvPr>
          <p:cNvSpPr/>
          <p:nvPr/>
        </p:nvSpPr>
        <p:spPr>
          <a:xfrm>
            <a:off x="6020640" y="3086340"/>
            <a:ext cx="5257800" cy="2514600"/>
          </a:xfrm>
          <a:prstGeom prst="rect">
            <a:avLst/>
          </a:prstGeom>
          <a:noFill/>
          <a:ln w="1908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463CA367-AB14-4E5F-6443-DB3220F9A88E}"/>
              </a:ext>
            </a:extLst>
          </p:cNvPr>
          <p:cNvSpPr/>
          <p:nvPr/>
        </p:nvSpPr>
        <p:spPr>
          <a:xfrm>
            <a:off x="6082560" y="2516460"/>
            <a:ext cx="1942560" cy="45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t">
            <a:spAutoFit/>
          </a:bodyPr>
          <a:lstStyle/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cubo “Gen”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F6046B8B-BD14-15E8-C362-102BF3BA4E46}"/>
              </a:ext>
            </a:extLst>
          </p:cNvPr>
          <p:cNvSpPr/>
          <p:nvPr/>
        </p:nvSpPr>
        <p:spPr>
          <a:xfrm>
            <a:off x="6100920" y="6559620"/>
            <a:ext cx="2359080" cy="1008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t">
            <a:spAutoFit/>
          </a:bodyPr>
          <a:lstStyle/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Genrl. Eclectic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Genomic Research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Gensys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62EF6B37-47F6-C2B0-D5CF-66C5BF6EDA52}"/>
              </a:ext>
            </a:extLst>
          </p:cNvPr>
          <p:cNvSpPr/>
          <p:nvPr/>
        </p:nvSpPr>
        <p:spPr>
          <a:xfrm>
            <a:off x="9144000" y="6591300"/>
            <a:ext cx="2359080" cy="1008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t">
            <a:spAutoFit/>
          </a:bodyPr>
          <a:lstStyle/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Genrl. Electric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Genomic Research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Gensys Inc.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Conector recto 26">
            <a:extLst>
              <a:ext uri="{FF2B5EF4-FFF2-40B4-BE49-F238E27FC236}">
                <a16:creationId xmlns:a16="http://schemas.microsoft.com/office/drawing/2014/main" id="{761D1E67-29D0-7DF3-310D-E555B819162D}"/>
              </a:ext>
            </a:extLst>
          </p:cNvPr>
          <p:cNvSpPr/>
          <p:nvPr/>
        </p:nvSpPr>
        <p:spPr>
          <a:xfrm>
            <a:off x="8154000" y="6804060"/>
            <a:ext cx="914400" cy="0"/>
          </a:xfrm>
          <a:prstGeom prst="line">
            <a:avLst/>
          </a:prstGeom>
          <a:ln w="9360">
            <a:solidFill>
              <a:srgbClr val="000000"/>
            </a:solidFill>
            <a:miter/>
            <a:headEnd type="triangl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6800" rIns="90000" bIns="-468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Conector recto 27">
            <a:extLst>
              <a:ext uri="{FF2B5EF4-FFF2-40B4-BE49-F238E27FC236}">
                <a16:creationId xmlns:a16="http://schemas.microsoft.com/office/drawing/2014/main" id="{4BB5161A-DFB8-1A82-83C4-DBA3CAF55DA1}"/>
              </a:ext>
            </a:extLst>
          </p:cNvPr>
          <p:cNvSpPr/>
          <p:nvPr/>
        </p:nvSpPr>
        <p:spPr>
          <a:xfrm>
            <a:off x="8535240" y="7032660"/>
            <a:ext cx="533160" cy="0"/>
          </a:xfrm>
          <a:prstGeom prst="line">
            <a:avLst/>
          </a:prstGeom>
          <a:ln w="9360">
            <a:solidFill>
              <a:srgbClr val="000000"/>
            </a:solidFill>
            <a:miter/>
            <a:headEnd type="triangl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6800" rIns="90000" bIns="-468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Conector recto 28">
            <a:extLst>
              <a:ext uri="{FF2B5EF4-FFF2-40B4-BE49-F238E27FC236}">
                <a16:creationId xmlns:a16="http://schemas.microsoft.com/office/drawing/2014/main" id="{D7B5E7BE-1D17-8243-8077-2CF8C8853E15}"/>
              </a:ext>
            </a:extLst>
          </p:cNvPr>
          <p:cNvSpPr/>
          <p:nvPr/>
        </p:nvSpPr>
        <p:spPr>
          <a:xfrm>
            <a:off x="7468200" y="7337580"/>
            <a:ext cx="1600200" cy="0"/>
          </a:xfrm>
          <a:prstGeom prst="line">
            <a:avLst/>
          </a:prstGeom>
          <a:ln w="9360">
            <a:solidFill>
              <a:srgbClr val="000000"/>
            </a:solidFill>
            <a:miter/>
            <a:headEnd type="triangl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6800" rIns="90000" bIns="-468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Conector recto 29">
            <a:extLst>
              <a:ext uri="{FF2B5EF4-FFF2-40B4-BE49-F238E27FC236}">
                <a16:creationId xmlns:a16="http://schemas.microsoft.com/office/drawing/2014/main" id="{8D184944-F3D6-B979-8023-8438801985DD}"/>
              </a:ext>
            </a:extLst>
          </p:cNvPr>
          <p:cNvSpPr/>
          <p:nvPr/>
        </p:nvSpPr>
        <p:spPr>
          <a:xfrm>
            <a:off x="8687520" y="5753220"/>
            <a:ext cx="0" cy="609480"/>
          </a:xfrm>
          <a:prstGeom prst="line">
            <a:avLst/>
          </a:prstGeom>
          <a:ln w="19080">
            <a:solidFill>
              <a:srgbClr val="000000"/>
            </a:solidFill>
            <a:miter/>
            <a:tailEnd type="triangle" w="lg" len="lg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A98525DE-5B04-B433-BB62-F9C49411178C}"/>
              </a:ext>
            </a:extLst>
          </p:cNvPr>
          <p:cNvSpPr/>
          <p:nvPr/>
        </p:nvSpPr>
        <p:spPr>
          <a:xfrm>
            <a:off x="8841600" y="5829540"/>
            <a:ext cx="1010880" cy="45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t">
            <a:spAutoFit/>
          </a:bodyPr>
          <a:lstStyle/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t>Coincidencia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Conector recto 31">
            <a:extLst>
              <a:ext uri="{FF2B5EF4-FFF2-40B4-BE49-F238E27FC236}">
                <a16:creationId xmlns:a16="http://schemas.microsoft.com/office/drawing/2014/main" id="{EC2A1040-1D34-A0A8-81C7-7F0B6D5628D6}"/>
              </a:ext>
            </a:extLst>
          </p:cNvPr>
          <p:cNvSpPr/>
          <p:nvPr/>
        </p:nvSpPr>
        <p:spPr>
          <a:xfrm>
            <a:off x="4725000" y="3314940"/>
            <a:ext cx="1371600" cy="761760"/>
          </a:xfrm>
          <a:prstGeom prst="line">
            <a:avLst/>
          </a:prstGeom>
          <a:ln w="9360">
            <a:solidFill>
              <a:srgbClr val="000000"/>
            </a:solidFill>
            <a:miter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Conector recto 32">
            <a:extLst>
              <a:ext uri="{FF2B5EF4-FFF2-40B4-BE49-F238E27FC236}">
                <a16:creationId xmlns:a16="http://schemas.microsoft.com/office/drawing/2014/main" id="{561DF7EF-30A3-D19C-4937-5F6098029969}"/>
              </a:ext>
            </a:extLst>
          </p:cNvPr>
          <p:cNvSpPr/>
          <p:nvPr/>
        </p:nvSpPr>
        <p:spPr>
          <a:xfrm>
            <a:off x="4801320" y="4153020"/>
            <a:ext cx="1447920" cy="228600"/>
          </a:xfrm>
          <a:prstGeom prst="line">
            <a:avLst/>
          </a:prstGeom>
          <a:ln w="9360">
            <a:solidFill>
              <a:srgbClr val="000000"/>
            </a:solidFill>
            <a:miter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Conector recto 33">
            <a:extLst>
              <a:ext uri="{FF2B5EF4-FFF2-40B4-BE49-F238E27FC236}">
                <a16:creationId xmlns:a16="http://schemas.microsoft.com/office/drawing/2014/main" id="{2C3D8F71-49D5-377D-74B1-EEE8909237F5}"/>
              </a:ext>
            </a:extLst>
          </p:cNvPr>
          <p:cNvSpPr/>
          <p:nvPr/>
        </p:nvSpPr>
        <p:spPr>
          <a:xfrm flipV="1">
            <a:off x="4801320" y="4686540"/>
            <a:ext cx="1447920" cy="761760"/>
          </a:xfrm>
          <a:prstGeom prst="line">
            <a:avLst/>
          </a:prstGeom>
          <a:ln w="9360">
            <a:solidFill>
              <a:srgbClr val="000000"/>
            </a:solidFill>
            <a:miter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Conector recto 34">
            <a:extLst>
              <a:ext uri="{FF2B5EF4-FFF2-40B4-BE49-F238E27FC236}">
                <a16:creationId xmlns:a16="http://schemas.microsoft.com/office/drawing/2014/main" id="{5FABD9B2-CD5B-4AEF-CFDE-A6E4CF2786F2}"/>
              </a:ext>
            </a:extLst>
          </p:cNvPr>
          <p:cNvSpPr/>
          <p:nvPr/>
        </p:nvSpPr>
        <p:spPr>
          <a:xfrm flipV="1">
            <a:off x="4801320" y="5067420"/>
            <a:ext cx="1371600" cy="1905120"/>
          </a:xfrm>
          <a:prstGeom prst="line">
            <a:avLst/>
          </a:prstGeom>
          <a:ln w="9360">
            <a:solidFill>
              <a:srgbClr val="000000"/>
            </a:solidFill>
            <a:miter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Conector recto 35">
            <a:extLst>
              <a:ext uri="{FF2B5EF4-FFF2-40B4-BE49-F238E27FC236}">
                <a16:creationId xmlns:a16="http://schemas.microsoft.com/office/drawing/2014/main" id="{7FBFE3C8-83CF-9DBC-1229-A64FB4CE948D}"/>
              </a:ext>
            </a:extLst>
          </p:cNvPr>
          <p:cNvSpPr/>
          <p:nvPr/>
        </p:nvSpPr>
        <p:spPr>
          <a:xfrm flipH="1">
            <a:off x="10592640" y="3314940"/>
            <a:ext cx="1752480" cy="761760"/>
          </a:xfrm>
          <a:prstGeom prst="line">
            <a:avLst/>
          </a:prstGeom>
          <a:ln w="9360">
            <a:solidFill>
              <a:srgbClr val="000000"/>
            </a:solidFill>
            <a:miter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Conector recto 36">
            <a:extLst>
              <a:ext uri="{FF2B5EF4-FFF2-40B4-BE49-F238E27FC236}">
                <a16:creationId xmlns:a16="http://schemas.microsoft.com/office/drawing/2014/main" id="{C9ADABC7-CB87-4895-0189-7A29DC4B7367}"/>
              </a:ext>
            </a:extLst>
          </p:cNvPr>
          <p:cNvSpPr/>
          <p:nvPr/>
        </p:nvSpPr>
        <p:spPr>
          <a:xfrm flipH="1">
            <a:off x="11049480" y="3848100"/>
            <a:ext cx="1447560" cy="609840"/>
          </a:xfrm>
          <a:prstGeom prst="line">
            <a:avLst/>
          </a:prstGeom>
          <a:ln w="9360">
            <a:solidFill>
              <a:srgbClr val="000000"/>
            </a:solidFill>
            <a:miter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Conector recto 37">
            <a:extLst>
              <a:ext uri="{FF2B5EF4-FFF2-40B4-BE49-F238E27FC236}">
                <a16:creationId xmlns:a16="http://schemas.microsoft.com/office/drawing/2014/main" id="{50930DCC-A998-235D-D964-B016E3952292}"/>
              </a:ext>
            </a:extLst>
          </p:cNvPr>
          <p:cNvSpPr/>
          <p:nvPr/>
        </p:nvSpPr>
        <p:spPr>
          <a:xfrm flipH="1" flipV="1">
            <a:off x="10364040" y="4762140"/>
            <a:ext cx="2286000" cy="2210040"/>
          </a:xfrm>
          <a:prstGeom prst="line">
            <a:avLst/>
          </a:prstGeom>
          <a:ln w="9360">
            <a:solidFill>
              <a:srgbClr val="000000"/>
            </a:solidFill>
            <a:miter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0434089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6CB338-53D1-FFEA-251A-F70A550AD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F8CD22DD-58D9-88B6-9F2E-9B4001EB575B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4BA943AD-7BDF-F087-795F-79BA1EE35006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554BBEBC-0B45-CA8A-A675-B1F9212D0845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7250F00D-FABB-DB12-273B-E4A4EFF50759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77728758-05AA-134C-04C5-871EE7DFB89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FFE4EED1-E1D0-EC7C-22BB-E984A1067A3D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FE60A479-D1BB-CA0E-E85A-EBE16507EF78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AE9B78A2-CA64-9861-0F2E-1D01C5789E1A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984DF08B-6DCF-E4AB-0444-4317CA668B00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555CB602-CAC1-30AE-2978-4A642D4B89C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4F6E1753-896E-FC09-BD39-2E1100082BB4}"/>
              </a:ext>
            </a:extLst>
          </p:cNvPr>
          <p:cNvSpPr txBox="1">
            <a:spLocks/>
          </p:cNvSpPr>
          <p:nvPr/>
        </p:nvSpPr>
        <p:spPr>
          <a:xfrm>
            <a:off x="4876800" y="693931"/>
            <a:ext cx="8229600" cy="71568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dirty="0"/>
              <a:t>Exploración de bases de datos</a:t>
            </a:r>
            <a:endParaRPr lang="es-ES" sz="40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E08BBB1F-2ABA-1A8B-34B4-4C8B2AB318D0}"/>
              </a:ext>
            </a:extLst>
          </p:cNvPr>
          <p:cNvSpPr txBox="1">
            <a:spLocks/>
          </p:cNvSpPr>
          <p:nvPr/>
        </p:nvSpPr>
        <p:spPr>
          <a:xfrm>
            <a:off x="1133213" y="2247900"/>
            <a:ext cx="14782800" cy="788706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Herramientas para encontrar problemas en una base de datos</a:t>
            </a:r>
            <a:endParaRPr lang="es-ES" sz="40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Lo opuesto de ETL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Similar a la minería de calidad de datos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Consultas simples son efectivas:</a:t>
            </a:r>
            <a:br>
              <a:rPr lang="es-ES" sz="4400" dirty="0"/>
            </a:br>
            <a:r>
              <a:rPr lang="es-ES" sz="4400" dirty="0"/>
              <a:t>	</a:t>
            </a:r>
            <a:r>
              <a:rPr lang="es-ES" sz="4400" dirty="0" err="1"/>
              <a:t>Select</a:t>
            </a:r>
            <a:r>
              <a:rPr lang="es-ES" sz="4400" dirty="0"/>
              <a:t> Field, </a:t>
            </a:r>
            <a:r>
              <a:rPr lang="es-ES" sz="4400" dirty="0" err="1"/>
              <a:t>count</a:t>
            </a:r>
            <a:r>
              <a:rPr lang="es-ES" sz="4400" dirty="0"/>
              <a:t>(*) as </a:t>
            </a:r>
            <a:r>
              <a:rPr lang="es-ES" sz="4400" dirty="0" err="1"/>
              <a:t>Cnt</a:t>
            </a:r>
            <a:br>
              <a:rPr lang="es-ES" sz="4400" dirty="0"/>
            </a:br>
            <a:r>
              <a:rPr lang="es-ES" sz="4400" dirty="0"/>
              <a:t>	</a:t>
            </a:r>
            <a:r>
              <a:rPr lang="es-ES" sz="4400" dirty="0" err="1"/>
              <a:t>from</a:t>
            </a:r>
            <a:r>
              <a:rPr lang="es-ES" sz="4400" dirty="0"/>
              <a:t> Table</a:t>
            </a:r>
            <a:br>
              <a:rPr lang="es-ES" sz="4400" dirty="0"/>
            </a:br>
            <a:r>
              <a:rPr lang="es-ES" sz="4400" dirty="0"/>
              <a:t>	</a:t>
            </a:r>
            <a:r>
              <a:rPr lang="es-ES" sz="4400" dirty="0" err="1"/>
              <a:t>Group</a:t>
            </a:r>
            <a:r>
              <a:rPr lang="es-ES" sz="4400" dirty="0"/>
              <a:t> </a:t>
            </a:r>
            <a:r>
              <a:rPr lang="es-ES" sz="4400" dirty="0" err="1"/>
              <a:t>by</a:t>
            </a:r>
            <a:r>
              <a:rPr lang="es-ES" sz="4400" dirty="0"/>
              <a:t> Field</a:t>
            </a:r>
            <a:br>
              <a:rPr lang="es-ES" sz="4400" dirty="0"/>
            </a:br>
            <a:r>
              <a:rPr lang="es-ES" sz="4400" dirty="0"/>
              <a:t>	</a:t>
            </a:r>
            <a:r>
              <a:rPr lang="es-ES" sz="4400" dirty="0" err="1"/>
              <a:t>Order</a:t>
            </a:r>
            <a:r>
              <a:rPr lang="es-ES" sz="4400" dirty="0"/>
              <a:t> </a:t>
            </a:r>
            <a:r>
              <a:rPr lang="es-ES" sz="4400" dirty="0" err="1"/>
              <a:t>by</a:t>
            </a:r>
            <a:r>
              <a:rPr lang="es-ES" sz="4400" dirty="0"/>
              <a:t> </a:t>
            </a:r>
            <a:r>
              <a:rPr lang="es-ES" sz="4400" dirty="0" err="1"/>
              <a:t>Cnt</a:t>
            </a:r>
            <a:r>
              <a:rPr lang="es-ES" sz="4400" dirty="0"/>
              <a:t> </a:t>
            </a:r>
            <a:r>
              <a:rPr lang="es-ES" sz="4400" dirty="0" err="1"/>
              <a:t>Desc</a:t>
            </a:r>
            <a:endParaRPr lang="es-ES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NULL ocultos al inicio de la lista; </a:t>
            </a:r>
            <a:r>
              <a:rPr lang="es-ES" sz="4000" dirty="0" err="1"/>
              <a:t>typos</a:t>
            </a:r>
            <a:r>
              <a:rPr lang="es-ES" sz="4000" dirty="0"/>
              <a:t> al final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Solo mira una muestra de los datos en la tabla.</a:t>
            </a:r>
            <a:endParaRPr lang="es-ES" sz="40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7742507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F21AA-537E-DD59-7795-33AB0A8EF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E758C3A-97B5-A5E3-4C8B-61DF9BE40D6D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31DBAFAD-A1A9-B4A5-31A2-6B02A830C022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84CFBA2D-DD35-E36B-1EDC-6C2B5CFFBB57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8B0A4CBA-589F-67C0-D162-B5C1EDB77DE8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081C8EEB-E51F-5CB3-5C18-04B48740C89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0E45F3A8-6E35-B58A-C4CC-65E591F615FC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45C1657F-6B88-30EB-BF08-FB504321DDA1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4C44BBA6-1353-8BF6-53F8-3F34FA2E36D3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477959E7-2E49-A3E6-5FAF-EE516245C94D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F488E38F-BA81-0CCA-318B-C5FD7446D47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6E4B214A-104E-6695-FF34-45987C409183}"/>
              </a:ext>
            </a:extLst>
          </p:cNvPr>
          <p:cNvSpPr txBox="1">
            <a:spLocks/>
          </p:cNvSpPr>
          <p:nvPr/>
        </p:nvSpPr>
        <p:spPr>
          <a:xfrm>
            <a:off x="3810000" y="462389"/>
            <a:ext cx="8229600" cy="7920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CO" dirty="0"/>
              <a:t>Perfilado de bases de datos</a:t>
            </a:r>
            <a:endParaRPr lang="es-CO" sz="40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7CEC183A-3B9B-F57F-3A8E-E9388C3B7AA2}"/>
              </a:ext>
            </a:extLst>
          </p:cNvPr>
          <p:cNvSpPr txBox="1">
            <a:spLocks/>
          </p:cNvSpPr>
          <p:nvPr/>
        </p:nvSpPr>
        <p:spPr>
          <a:xfrm>
            <a:off x="990600" y="2017855"/>
            <a:ext cx="15392400" cy="750582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spcBef>
                <a:spcPts val="601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Recolectar sistemáticamente resúmenes de los datos en la base de datos</a:t>
            </a:r>
            <a:endParaRPr lang="es-ES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499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Número de filas en cada tabla</a:t>
            </a:r>
            <a:endParaRPr lang="es-ES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499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Número de valores únicos y NULL de cada campo</a:t>
            </a:r>
            <a:endParaRPr lang="es-ES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499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Asimetría (</a:t>
            </a:r>
            <a:r>
              <a:rPr lang="es-ES" sz="3600" dirty="0" err="1"/>
              <a:t>skewness</a:t>
            </a:r>
            <a:r>
              <a:rPr lang="es-ES" sz="3600" dirty="0"/>
              <a:t>) de la distribución de valores de un campo</a:t>
            </a:r>
            <a:endParaRPr lang="es-ES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499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Tipo de dato, longitud del campo</a:t>
            </a:r>
            <a:endParaRPr lang="es-ES" dirty="0">
              <a:solidFill>
                <a:srgbClr val="000000"/>
              </a:solidFill>
              <a:latin typeface="Arial"/>
            </a:endParaRPr>
          </a:p>
          <a:p>
            <a:pPr lvl="2">
              <a:spcBef>
                <a:spcPts val="451"/>
              </a:spcBef>
              <a:buClr>
                <a:srgbClr val="000000"/>
              </a:buClr>
              <a:buFont typeface="Arial"/>
              <a:buChar char="•"/>
              <a:tabLst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200" dirty="0"/>
              <a:t>Usar extracción de campos de texto libre para adivinar tipos (dirección, nombre, ZIP, etc.)</a:t>
            </a:r>
            <a:endParaRPr lang="es-ES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499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Dependencias funcionales, claves</a:t>
            </a:r>
            <a:endParaRPr lang="es-ES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499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Rutas de unión (</a:t>
            </a:r>
            <a:r>
              <a:rPr lang="es-ES" sz="3600" dirty="0" err="1"/>
              <a:t>join</a:t>
            </a:r>
            <a:r>
              <a:rPr lang="es-ES" sz="3600" dirty="0"/>
              <a:t> </a:t>
            </a:r>
            <a:r>
              <a:rPr lang="es-ES" sz="3600" dirty="0" err="1"/>
              <a:t>paths</a:t>
            </a:r>
            <a:r>
              <a:rPr lang="es-ES" sz="3600" dirty="0"/>
              <a:t>)</a:t>
            </a:r>
            <a:endParaRPr lang="es-ES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601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¿La base de datos contiene lo que crees que contiene?</a:t>
            </a:r>
            <a:endParaRPr lang="es-ES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499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Normalmente no.</a:t>
            </a:r>
            <a:endParaRPr lang="es-ES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5901699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04D35-B055-38F1-DBBB-4BEAE52B6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F73ACCA-BEB0-FC9A-5254-681CA49C5DE4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916A8063-3196-468C-27B7-07A18C34396B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4052DC67-636B-F5D5-D36B-8C88BF1F9DA0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ACE6798A-C4A6-AB9B-9B63-D659CE218F17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679CD014-9DB6-5F1D-6D53-4646D4C4552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76686399-D52A-4473-9942-6D20637CF96A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34D8C1FE-4DCF-64B1-5C87-D0731E4353F7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6483D7E0-4495-6418-B6F1-28DAB2F83E84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F6119104-AE30-40A9-1231-3D71B6568F2C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310225FF-0647-26BC-D615-472DC4EB26E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25557FE8-0548-64B3-F564-1173D0915C2A}"/>
              </a:ext>
            </a:extLst>
          </p:cNvPr>
          <p:cNvSpPr txBox="1">
            <a:spLocks/>
          </p:cNvSpPr>
          <p:nvPr/>
        </p:nvSpPr>
        <p:spPr>
          <a:xfrm>
            <a:off x="1143000" y="280517"/>
            <a:ext cx="14935200" cy="171486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dirty="0"/>
              <a:t>Encontrar claves y dependencias funcionales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81E1C37F-F794-5FC3-D30E-9E693B3FA314}"/>
              </a:ext>
            </a:extLst>
          </p:cNvPr>
          <p:cNvSpPr txBox="1">
            <a:spLocks/>
          </p:cNvSpPr>
          <p:nvPr/>
        </p:nvSpPr>
        <p:spPr>
          <a:xfrm>
            <a:off x="1295400" y="2322895"/>
            <a:ext cx="15087600" cy="720078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spcBef>
                <a:spcPts val="601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dirty="0"/>
              <a:t>Clave: conjunto de campos cuyo valor es único en cada fila</a:t>
            </a:r>
            <a:endParaRPr lang="es-ES" sz="24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601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dirty="0"/>
              <a:t>Dependencia funcional: conjunto de campos que determinan el valor de otro campo</a:t>
            </a:r>
            <a:endParaRPr lang="es-ES" sz="24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499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dirty="0"/>
              <a:t>P. ej., el código postal determina el estado</a:t>
            </a:r>
            <a:endParaRPr lang="es-ES" sz="2000" dirty="0">
              <a:solidFill>
                <a:srgbClr val="000000"/>
              </a:solidFill>
              <a:latin typeface="Arial"/>
            </a:endParaRPr>
          </a:p>
          <a:p>
            <a:pPr lvl="2">
              <a:spcBef>
                <a:spcPts val="451"/>
              </a:spcBef>
              <a:buClr>
                <a:srgbClr val="000000"/>
              </a:buClr>
              <a:buFont typeface="Arial"/>
              <a:buChar char="•"/>
              <a:tabLst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dirty="0"/>
              <a:t>Pero no siempre…</a:t>
            </a:r>
            <a:endParaRPr lang="es-ES" sz="18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601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dirty="0"/>
              <a:t>Problemas: claves no identificadas, unicidad no garantizada, claves ocultas y dependencias funcionales.</a:t>
            </a:r>
            <a:endParaRPr lang="es-ES" sz="24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601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dirty="0"/>
              <a:t>Encontrar claves es costoso: O(</a:t>
            </a:r>
            <a:r>
              <a:rPr lang="es-ES" dirty="0" err="1"/>
              <a:t>f^k</a:t>
            </a:r>
            <a:r>
              <a:rPr lang="es-ES" dirty="0"/>
              <a:t>) consultas </a:t>
            </a:r>
            <a:r>
              <a:rPr lang="es-ES" dirty="0" err="1"/>
              <a:t>Count</a:t>
            </a:r>
            <a:r>
              <a:rPr lang="es-ES" dirty="0"/>
              <a:t> </a:t>
            </a:r>
            <a:r>
              <a:rPr lang="es-ES" dirty="0" err="1"/>
              <a:t>Distinct</a:t>
            </a:r>
            <a:r>
              <a:rPr lang="es-ES" dirty="0"/>
              <a:t> para hallar todas las claves de hasta k campos.</a:t>
            </a:r>
            <a:endParaRPr lang="es-ES" sz="24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601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dirty="0"/>
              <a:t>Por suerte, podemos podar gran parte de este espacio de búsqueda si buscamos solo claves mínimas y DF</a:t>
            </a:r>
            <a:endParaRPr lang="es-ES" sz="24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601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dirty="0"/>
              <a:t>Claves aproximadas: casi, pero no del todo, únicas.</a:t>
            </a:r>
            <a:endParaRPr lang="es-ES" sz="24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601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dirty="0"/>
              <a:t>DF aproximada: idea similar</a:t>
            </a:r>
            <a:endParaRPr lang="es-ES" sz="24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753624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22050-7F2C-E83F-7379-7C17BA25F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F342A428-3FAF-CAF9-F208-CC29C321A4E0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C3AC31CC-B906-67FD-9308-56A9DD778C21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3799BAB0-958E-981D-DFA5-8721170A10D0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6D9F4391-B6D4-495F-16BB-6E29BB833A3B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16E5AD08-A2B0-FC74-2BF5-3F306FE4B4C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3002A86A-C679-4C4A-B709-399C781824D0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D6F496E2-FE19-CF5F-7E4E-0B2467199BC0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5522C114-1E2B-439A-6C05-C2A2D379DE30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765ECEB4-3C33-7570-C851-C62BAFFF94EF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35B8E583-C2B5-6BB4-6210-F8B20544A17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E87D1BB4-8705-9BD1-BF34-D9061A483644}"/>
              </a:ext>
            </a:extLst>
          </p:cNvPr>
          <p:cNvSpPr txBox="1">
            <a:spLocks/>
          </p:cNvSpPr>
          <p:nvPr/>
        </p:nvSpPr>
        <p:spPr>
          <a:xfrm>
            <a:off x="4648200" y="686214"/>
            <a:ext cx="8229600" cy="7160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CO" dirty="0"/>
              <a:t>Algoritmo eficaz</a:t>
            </a:r>
            <a:endParaRPr lang="es-CO" sz="40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B78C8034-935A-3F56-B70A-174DC28A37C7}"/>
              </a:ext>
            </a:extLst>
          </p:cNvPr>
          <p:cNvSpPr txBox="1">
            <a:spLocks/>
          </p:cNvSpPr>
          <p:nvPr/>
        </p:nvSpPr>
        <p:spPr>
          <a:xfrm>
            <a:off x="1104720" y="2552700"/>
            <a:ext cx="16078560" cy="8963657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Eliminar campos “malos”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Tipo </a:t>
            </a:r>
            <a:r>
              <a:rPr lang="es-ES" sz="3600" dirty="0" err="1"/>
              <a:t>float</a:t>
            </a:r>
            <a:r>
              <a:rPr lang="es-ES" sz="3600" dirty="0"/>
              <a:t>, mayormente NULL, etc.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Recolectar una muestra en memoria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Quizá almacenando un hash del valor del campo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Calcular </a:t>
            </a:r>
            <a:r>
              <a:rPr lang="es-ES" sz="4000" dirty="0" err="1"/>
              <a:t>count</a:t>
            </a:r>
            <a:r>
              <a:rPr lang="es-ES" sz="4000" dirty="0"/>
              <a:t> </a:t>
            </a:r>
            <a:r>
              <a:rPr lang="es-ES" sz="4000" dirty="0" err="1"/>
              <a:t>distinct</a:t>
            </a:r>
            <a:r>
              <a:rPr lang="es-ES" sz="4000" dirty="0"/>
              <a:t> sobre la muestra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Conteo alto: verificar con </a:t>
            </a:r>
            <a:r>
              <a:rPr lang="es-ES" sz="3600" dirty="0" err="1"/>
              <a:t>count</a:t>
            </a:r>
            <a:r>
              <a:rPr lang="es-ES" sz="3600" dirty="0"/>
              <a:t> </a:t>
            </a:r>
            <a:r>
              <a:rPr lang="es-ES" sz="3600" dirty="0" err="1"/>
              <a:t>distinct</a:t>
            </a:r>
            <a:r>
              <a:rPr lang="es-ES" sz="3600" dirty="0"/>
              <a:t> sobre la tabla en la base.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Usar poda por niveles estilo TANE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Detenerse tras examinar claves de 3 o 4 campos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Falsas claves con suficientes atributos.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6563812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BA451-CEF2-6E93-F498-66AF51AED1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EB886209-7BBA-D7EF-30F9-CA145A2C9859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C9F214E0-237D-0D26-109E-2C7456A74B2D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CE681708-E535-4D2E-8A63-DCECE4D5EA3A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5254F2B3-3D57-6ACE-65A6-C86C8C3AFA05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C879F181-0118-EEE5-9314-78324327BD8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33881294-53F6-B8F0-5D07-09684BCBA82D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A037D8BE-BACA-898D-7148-797BCF6956BC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DCFBB915-6EB9-CAA8-86FD-9C290497AAC4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70771675-04D3-E5C3-DE14-04AA922EAA59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EF3105A0-3C07-598D-152D-7F7A0125CE1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7C5F10D2-6252-E57A-B318-0C8069782963}"/>
              </a:ext>
            </a:extLst>
          </p:cNvPr>
          <p:cNvSpPr txBox="1">
            <a:spLocks/>
          </p:cNvSpPr>
          <p:nvPr/>
        </p:nvSpPr>
        <p:spPr>
          <a:xfrm>
            <a:off x="4288042" y="968983"/>
            <a:ext cx="8229600" cy="76176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CO" dirty="0"/>
              <a:t>Encontrar rutas de unión</a:t>
            </a:r>
            <a:endParaRPr lang="es-CO" sz="40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B49670D3-9DC6-AB8F-B162-C456A1F51476}"/>
              </a:ext>
            </a:extLst>
          </p:cNvPr>
          <p:cNvSpPr txBox="1">
            <a:spLocks/>
          </p:cNvSpPr>
          <p:nvPr/>
        </p:nvSpPr>
        <p:spPr>
          <a:xfrm>
            <a:off x="1219200" y="3390900"/>
            <a:ext cx="14173200" cy="720126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¿Cómo correlaciono esta información?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En bases de datos grandes, cientos de tablas, miles de campos.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Nuestra experiencia: los nombres de campos son muy poco confiables.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El natural </a:t>
            </a:r>
            <a:r>
              <a:rPr lang="es-ES" sz="3600" dirty="0" err="1"/>
              <a:t>join</a:t>
            </a:r>
            <a:r>
              <a:rPr lang="es-ES" sz="3600" dirty="0"/>
              <a:t> no existe fuera del laboratorio.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Usar tipos de datos y caracterización de campos para acotar el espacio de búsqueda.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00"/>
              </a:spcBef>
              <a:buFont typeface="Arial" pitchFamily="34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s-ES" sz="28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8034422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6AFA8-3F67-B155-529C-23950BC75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4BD3900F-F13C-5ABB-34A4-E631DBFE5566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3DCB8955-69C2-444B-AE61-6F0506D73072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BF7ECED8-EE8F-8056-9506-7E2EF2081DBB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22ED8A62-5407-9191-7A8C-8551F34E34D0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F0DE22C2-CAA7-38F0-65B6-56BAC2B4E91E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3D07A465-6B98-840D-03BB-F812DA02C5E9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B0F5DD97-FE95-A8DF-761C-0A897840EA28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7EA73341-E31D-4666-A738-E5E12D88981A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F9E09F12-6965-BAC8-8153-5124372B5330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14F78209-46B5-DDFD-B1B9-D7C4239AAED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2">
            <a:extLst>
              <a:ext uri="{FF2B5EF4-FFF2-40B4-BE49-F238E27FC236}">
                <a16:creationId xmlns:a16="http://schemas.microsoft.com/office/drawing/2014/main" id="{5A3F8C9F-8781-2D78-C792-DD3CA9D8A8B6}"/>
              </a:ext>
            </a:extLst>
          </p:cNvPr>
          <p:cNvSpPr txBox="1">
            <a:spLocks/>
          </p:cNvSpPr>
          <p:nvPr/>
        </p:nvSpPr>
        <p:spPr>
          <a:xfrm>
            <a:off x="609600" y="2705100"/>
            <a:ext cx="16764000" cy="58674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Tipo especial de muestreo que puede estimar la semejanza de dos conjuntos</a:t>
            </a:r>
            <a:endParaRPr lang="es-ES" sz="24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499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200" dirty="0"/>
              <a:t>Tamaño de la intersección / tamaño de la unión</a:t>
            </a:r>
            <a:endParaRPr lang="es-ES" sz="24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Aplicar al conjunto de valores de un campo; almacenar la muestra </a:t>
            </a:r>
            <a:r>
              <a:rPr lang="es-ES" sz="3600" dirty="0" err="1"/>
              <a:t>MinHash</a:t>
            </a:r>
            <a:r>
              <a:rPr lang="es-ES" sz="3600" dirty="0"/>
              <a:t> en una base de datos</a:t>
            </a:r>
            <a:endParaRPr lang="es-ES" sz="24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499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200" dirty="0"/>
              <a:t>Usar una consulta SQL para encontrar todos los campos con alta semejanza con un campo dado</a:t>
            </a:r>
            <a:endParaRPr lang="es-ES" sz="24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499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200" dirty="0"/>
              <a:t>Tamaños de muestra pequeños suelen bastar.</a:t>
            </a:r>
            <a:endParaRPr lang="es-ES" sz="24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Problema: campos que se unen después de una pequeña transformación de datos</a:t>
            </a:r>
            <a:endParaRPr lang="es-ES" sz="24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499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200" dirty="0"/>
              <a:t>P. ej. “SS123-45-6789” vs. “123-45-6789”</a:t>
            </a:r>
            <a:endParaRPr lang="es-ES" sz="24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Solución: recolectar muestras </a:t>
            </a:r>
            <a:r>
              <a:rPr lang="es-ES" sz="3600" dirty="0" err="1"/>
              <a:t>MinHash</a:t>
            </a:r>
            <a:r>
              <a:rPr lang="es-ES" sz="3600" dirty="0"/>
              <a:t> sobre los q-</a:t>
            </a:r>
            <a:r>
              <a:rPr lang="es-ES" sz="3600" dirty="0" err="1"/>
              <a:t>grams</a:t>
            </a:r>
            <a:r>
              <a:rPr lang="es-ES" sz="3600" dirty="0"/>
              <a:t> de un campo</a:t>
            </a:r>
            <a:endParaRPr lang="es-ES" sz="24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499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200" dirty="0"/>
              <a:t>Alternativa: recolectar “sketches” de vectores de frecuencias de q-</a:t>
            </a:r>
            <a:r>
              <a:rPr lang="es-ES" sz="3200" dirty="0" err="1"/>
              <a:t>grams</a:t>
            </a:r>
            <a:endParaRPr lang="es-ES" sz="24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1">
            <a:extLst>
              <a:ext uri="{FF2B5EF4-FFF2-40B4-BE49-F238E27FC236}">
                <a16:creationId xmlns:a16="http://schemas.microsoft.com/office/drawing/2014/main" id="{694FD460-61E2-D372-CCC6-FC28B2AA5781}"/>
              </a:ext>
            </a:extLst>
          </p:cNvPr>
          <p:cNvSpPr txBox="1">
            <a:spLocks/>
          </p:cNvSpPr>
          <p:nvPr/>
        </p:nvSpPr>
        <p:spPr>
          <a:xfrm>
            <a:off x="4648200" y="858748"/>
            <a:ext cx="8229600" cy="76176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CO" dirty="0"/>
              <a:t>Muestreo </a:t>
            </a:r>
            <a:r>
              <a:rPr lang="es-CO" dirty="0" err="1"/>
              <a:t>MinHash</a:t>
            </a:r>
            <a:endParaRPr lang="es-CO" sz="40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2045415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AA341-9A76-1106-56B1-012591903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CDBD057-46F8-68CC-CD76-D81F7F10E73C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861397C7-DE7E-88B7-03F0-7115A15281D6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9A7C8AC6-0A0C-AD26-ACF0-E0CC49CBC5C0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3DF90E1F-7508-3B57-62BA-B1511AFA70DE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CEEB0975-AB30-909D-C479-9C877B209355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FEBB9FEB-F2F2-1847-F685-0199BF830F59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8AE4DD89-04A1-0EF9-DFA6-3ADCAAC8103C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39EF6F79-CD0A-D545-1D0E-F7FFCD461D67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81CE4EEF-883D-6187-EE04-D167BBDA0D84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A1467573-0880-8743-0E3D-3E6AB3F06A5E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290368EB-7CA6-81C5-123F-7C06E28B7377}"/>
              </a:ext>
            </a:extLst>
          </p:cNvPr>
          <p:cNvSpPr txBox="1">
            <a:spLocks/>
          </p:cNvSpPr>
          <p:nvPr/>
        </p:nvSpPr>
        <p:spPr>
          <a:xfrm>
            <a:off x="4191000" y="1172510"/>
            <a:ext cx="8229600" cy="71568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CO" dirty="0"/>
              <a:t>Experiencia de dominio</a:t>
            </a:r>
            <a:endParaRPr lang="es-CO" sz="40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D5273E5A-56AF-E568-A21E-C9DE967B2788}"/>
              </a:ext>
            </a:extLst>
          </p:cNvPr>
          <p:cNvSpPr txBox="1">
            <a:spLocks/>
          </p:cNvSpPr>
          <p:nvPr/>
        </p:nvSpPr>
        <p:spPr>
          <a:xfrm>
            <a:off x="1409700" y="3160234"/>
            <a:ext cx="15468600" cy="712506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Gurús de calidad de datos: “¡Encontramos estos registros peculiares en tu base de datos después de ejecutar algoritmos sofisticados!”</a:t>
            </a:r>
          </a:p>
          <a:p>
            <a:pPr marL="343080" indent="-343080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s-ES" sz="44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99"/>
              </a:spcBef>
              <a:buFont typeface="Arial" pitchFamily="34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   Expertos de dominio: “Ah, esas manzanas: las ponemos en las mismas canastas que las naranjas porque hay muy pocas manzanas como para molestar. No es gran cosa. Eso ya lo sabíamos.”</a:t>
            </a:r>
            <a:endParaRPr lang="es-ES" sz="44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99"/>
              </a:spcBef>
              <a:buFont typeface="Arial" pitchFamily="34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s-ES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2465921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3932D7-5602-9DBA-6B98-A1B04764A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CDC9A9F-99AC-DD61-F9E6-C9B7F4ACC362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4AE33BE1-D704-B87E-81E4-7C54AD2AA6E6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F53DFC2B-79E7-2646-05BF-72526A37719A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353167DA-A9EF-BF9B-A4BB-D5DF6E469FE0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F4EE26DC-7528-B3EE-0EC0-8A2BFD3BA2D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89AAFC73-FCDD-85E0-B922-70E51B87D3BB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163A768A-A5E7-AA87-4BCA-FCF05913E89E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24A89373-EF3D-9E91-6471-5B28170F701E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59EA169C-4D4F-6247-33CE-B12B231DD04E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AFCA18DA-CFB0-EF10-BB0C-D1928ACEDAE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E6EA318A-069E-48C2-F04C-D7A19657D367}"/>
              </a:ext>
            </a:extLst>
          </p:cNvPr>
          <p:cNvSpPr txBox="1">
            <a:spLocks/>
          </p:cNvSpPr>
          <p:nvPr/>
        </p:nvSpPr>
        <p:spPr>
          <a:xfrm>
            <a:off x="1295400" y="224060"/>
            <a:ext cx="14554200" cy="18969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dirty="0"/>
              <a:t>¿Por qué la experiencia de dominio?</a:t>
            </a:r>
            <a:endParaRPr lang="es-ES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C6408F5A-1DF4-F9BE-42F1-C37BB8F3DE24}"/>
              </a:ext>
            </a:extLst>
          </p:cNvPr>
          <p:cNvSpPr txBox="1">
            <a:spLocks/>
          </p:cNvSpPr>
          <p:nvPr/>
        </p:nvSpPr>
        <p:spPr>
          <a:xfrm>
            <a:off x="1066800" y="2803478"/>
            <a:ext cx="16154400" cy="75057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La experiencia de dominio (ED) es importante para entender los datos, el problema e interpretar resultados</a:t>
            </a:r>
            <a:endParaRPr lang="es-ES" sz="4400" dirty="0">
              <a:solidFill>
                <a:srgbClr val="000000"/>
              </a:solidFill>
              <a:latin typeface="Arial"/>
            </a:endParaRPr>
          </a:p>
          <a:p>
            <a:pPr lvl="2">
              <a:spcBef>
                <a:spcPts val="601"/>
              </a:spcBef>
              <a:buClr>
                <a:srgbClr val="000000"/>
              </a:buClr>
              <a:buFont typeface="Arial"/>
              <a:buChar char="•"/>
              <a:tabLst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“El contador se reinicia a 0 si el número de llamadas supera N”.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lvl="2">
              <a:spcBef>
                <a:spcPts val="601"/>
              </a:spcBef>
              <a:buClr>
                <a:srgbClr val="000000"/>
              </a:buClr>
              <a:buFont typeface="Arial"/>
              <a:buChar char="•"/>
              <a:tabLst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“Los valores faltantes se representan con 0, pero el monto facturado por defecto también es 0.”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La falta de ED es una causa principal de mala DQ: los datos son inutilizables</a:t>
            </a:r>
            <a:endParaRPr lang="es-ES" sz="44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La ED debería documentarse como metadatos</a:t>
            </a:r>
            <a:endParaRPr lang="es-ES" sz="44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03205731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350DA8-BCE5-DF98-D4E2-006A11D19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74021DB-56D0-18A0-0893-7114E4112656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BC322E79-5CC1-3788-629F-6104865E004B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3BA50E62-B32C-FDF0-E8D5-63860A69D34A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12B2B580-1281-8241-B7FD-FFD9027E5816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259E26EB-8715-10FB-D4FE-79383748A2C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08FB0468-399F-FECA-7239-A887E072FD1F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1CBC9E6B-C4BC-95A2-DF38-E2D4923E2D6F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FB628826-5C83-4BA9-5D43-D7ED1E2A2AD4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A6A3567B-9F8E-6C1D-29BD-1DEDE792A2C1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EF9D6778-FB5F-0D86-64C1-35D41E7482F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5D98226E-4F7F-9E36-0988-0952B94EDB94}"/>
              </a:ext>
            </a:extLst>
          </p:cNvPr>
          <p:cNvSpPr txBox="1">
            <a:spLocks/>
          </p:cNvSpPr>
          <p:nvPr/>
        </p:nvSpPr>
        <p:spPr>
          <a:xfrm>
            <a:off x="1838922" y="692084"/>
            <a:ext cx="14401800" cy="186678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dirty="0"/>
              <a:t>¿Dónde está la experiencia de dominio?</a:t>
            </a:r>
            <a:endParaRPr lang="es-ES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717A2C94-140A-892B-29AC-37421CB11869}"/>
              </a:ext>
            </a:extLst>
          </p:cNvPr>
          <p:cNvSpPr txBox="1">
            <a:spLocks/>
          </p:cNvSpPr>
          <p:nvPr/>
        </p:nvSpPr>
        <p:spPr>
          <a:xfrm>
            <a:off x="1219200" y="3162300"/>
            <a:ext cx="15468600" cy="55626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Normalmente está en la cabeza de la gente; rara vez documentado</a:t>
            </a:r>
            <a:endParaRPr lang="es-ES" sz="44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Fragmentado entre organizaciones</a:t>
            </a:r>
            <a:endParaRPr lang="es-ES" sz="44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A menudo los expertos no están de acuerdo. Forzar consenso.</a:t>
            </a:r>
            <a:endParaRPr lang="es-ES" sz="40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Se pierde durante transiciones de personal y proyectos</a:t>
            </a:r>
            <a:endParaRPr lang="es-ES" sz="44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Si no se documenta, se deteriora y se vuelve difuso con el tiempo</a:t>
            </a:r>
            <a:endParaRPr lang="es-ES" sz="44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1924779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FE8B2-63B1-383C-4D7C-43759938C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3E46DA8B-7C2F-CAF3-1923-491486DDE104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FE83A0C2-E087-26CD-3B68-C6B58B4DC0F3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8431ACAC-E7ED-BDBC-9A32-959045B3F53D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F179562E-2F45-8FA2-55D0-1CF49F38762F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44010D26-47DD-778D-1A61-5D6E17C20EB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3484C10D-4281-769F-A607-EA1BC50EC7D1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9C8E9B2A-EA7F-5098-B80C-4BACE4E16FA0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E57A3E70-0B25-8D9E-CAAD-67692B9A5B48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A3E56060-609F-977A-9232-D8E140FD4981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8EE529D1-9D65-20EE-FE32-E5079868D5D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F65D23F2-2E08-5E76-F3A5-BC7BF624FDBC}"/>
              </a:ext>
            </a:extLst>
          </p:cNvPr>
          <p:cNvSpPr txBox="1">
            <a:spLocks/>
          </p:cNvSpPr>
          <p:nvPr/>
        </p:nvSpPr>
        <p:spPr>
          <a:xfrm>
            <a:off x="5029200" y="763222"/>
            <a:ext cx="8229600" cy="76176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CO" dirty="0"/>
              <a:t>Metadatos</a:t>
            </a:r>
            <a:endParaRPr lang="es-CO" sz="40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272102B0-464D-1389-5DF0-DB45E8D28C3A}"/>
              </a:ext>
            </a:extLst>
          </p:cNvPr>
          <p:cNvSpPr txBox="1">
            <a:spLocks/>
          </p:cNvSpPr>
          <p:nvPr/>
        </p:nvSpPr>
        <p:spPr>
          <a:xfrm>
            <a:off x="1066800" y="2171220"/>
            <a:ext cx="14478000" cy="811578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Datos sobre los datos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Los tipos de datos, dominios y restricciones ayudan, pero a menudo no son suficientes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Interpretación de valores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Escala, unidades de medida, significado de etiquetas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Interpretación de tablas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Frecuencia de actualización, asociaciones, definiciones de vistas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La mayor parte del trabajo se ha hecho para bases de datos científicas</a:t>
            </a:r>
            <a:endParaRPr lang="es-ES" sz="36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3600" dirty="0"/>
              <a:t>Los metadatos pueden incluir programas para interpretar el conjunto de datos.</a:t>
            </a:r>
            <a:endParaRPr lang="es-ES" sz="32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2129626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7DA61-C123-B1EA-EDFF-E6B3DC766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32015A0E-ACBA-C5DB-CD0C-87718991D500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B8B9591D-3D51-75D2-F78E-9C0F0469BC01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BFBF9351-BC96-5370-BF93-0D456B27139F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1D1F5B4A-7592-9450-9A70-290BCD848670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DF5919B3-B12B-1A73-2623-7051B0D8619A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454FA2F9-306E-2C7F-424B-E5B1B1447170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32C10462-76E1-0C23-701E-1CC9D505996E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6B1BB0C2-E23E-D125-E4CB-4E4F43198F53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9416A1ED-5D61-4DD7-EBEF-1A869B827B3A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33C81B2B-A676-DC93-7F25-A21825D53A4B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3DD6C16A-684A-5629-8E53-B154FB4D8C53}"/>
              </a:ext>
            </a:extLst>
          </p:cNvPr>
          <p:cNvSpPr txBox="1">
            <a:spLocks/>
          </p:cNvSpPr>
          <p:nvPr/>
        </p:nvSpPr>
        <p:spPr>
          <a:xfrm>
            <a:off x="5029200" y="1103219"/>
            <a:ext cx="8229600" cy="7920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CO" dirty="0"/>
              <a:t>¿Qué falta?</a:t>
            </a:r>
            <a:endParaRPr lang="es-CO" sz="40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FB623702-2635-306C-5174-B7AEB1689BFB}"/>
              </a:ext>
            </a:extLst>
          </p:cNvPr>
          <p:cNvSpPr txBox="1">
            <a:spLocks/>
          </p:cNvSpPr>
          <p:nvPr/>
        </p:nvSpPr>
        <p:spPr>
          <a:xfrm>
            <a:off x="1828800" y="2857500"/>
            <a:ext cx="14630400" cy="720102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La mayor parte de los metadatos se relaciona con propiedades estáticas</a:t>
            </a:r>
            <a:endParaRPr lang="es-ES" sz="44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Esquema de la base de datos</a:t>
            </a:r>
            <a:endParaRPr lang="es-ES" sz="40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Interpretación de campos</a:t>
            </a:r>
            <a:endParaRPr lang="es-ES" sz="40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400" dirty="0"/>
              <a:t>El uso e interpretación de datos requiere también propiedades dinámicas</a:t>
            </a:r>
            <a:endParaRPr lang="es-ES" sz="44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¿Cuál es el proceso de negocio?</a:t>
            </a:r>
            <a:endParaRPr lang="es-ES" sz="40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700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000" dirty="0"/>
              <a:t>Regla 80-20</a:t>
            </a:r>
            <a:endParaRPr lang="es-ES" sz="4000" dirty="0">
              <a:solidFill>
                <a:srgbClr val="000000"/>
              </a:solidFill>
              <a:latin typeface="Arial"/>
            </a:endParaRPr>
          </a:p>
          <a:p>
            <a:pPr marL="343080" indent="0">
              <a:spcBef>
                <a:spcPts val="799"/>
              </a:spcBef>
              <a:buFont typeface="Arial" pitchFamily="34" charset="0"/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s-ES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5068545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98E0FC-0C0D-36D8-CF52-5C2BD24D0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EE176FC-E6AA-15D1-C1B5-B26E9C44CF64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E21619F2-7BFD-E33B-0688-9DCC06B21B42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DCB65ED9-BFC4-A33D-D1BE-C768BC72F2F5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088B5AD8-C119-DB1D-621A-C38611BF7F25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6BBE2792-AC4D-65FE-C381-82C70927B603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65309B11-E837-335A-E359-6BD1FC9EE335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AAEE2547-8456-BD45-9F7B-317C632D12C4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AD6A3F42-7716-7E9B-A8D7-7B5CB5C72819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6496E443-0E00-EE92-07C4-BAD7EDB65B0A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05C2CC2D-6981-5EB0-CAF1-F36B85BB7F8E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3" name="PlaceHolder 1">
            <a:extLst>
              <a:ext uri="{FF2B5EF4-FFF2-40B4-BE49-F238E27FC236}">
                <a16:creationId xmlns:a16="http://schemas.microsoft.com/office/drawing/2014/main" id="{C0B296AC-EA40-1F38-4473-AB6549C0F5E6}"/>
              </a:ext>
            </a:extLst>
          </p:cNvPr>
          <p:cNvSpPr txBox="1">
            <a:spLocks/>
          </p:cNvSpPr>
          <p:nvPr/>
        </p:nvSpPr>
        <p:spPr>
          <a:xfrm>
            <a:off x="4781550" y="738350"/>
            <a:ext cx="8229600" cy="86832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CO" dirty="0"/>
              <a:t>Trazabilidad de linaje</a:t>
            </a:r>
            <a:endParaRPr lang="es-CO" sz="40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E4A6D139-4CD0-2220-15AB-A65DF12DEA7A}"/>
              </a:ext>
            </a:extLst>
          </p:cNvPr>
          <p:cNvSpPr txBox="1">
            <a:spLocks/>
          </p:cNvSpPr>
          <p:nvPr/>
        </p:nvSpPr>
        <p:spPr>
          <a:xfrm>
            <a:off x="1219200" y="2552700"/>
            <a:ext cx="15354300" cy="81155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5400" dirty="0"/>
              <a:t>Registrar el procesamiento usado para crear datos</a:t>
            </a:r>
            <a:endParaRPr lang="es-ES" sz="48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800" dirty="0"/>
              <a:t>Grano grueso: registrar el procesamiento de una tabla</a:t>
            </a:r>
            <a:endParaRPr lang="es-ES" sz="4400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spcBef>
                <a:spcPts val="601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4800" dirty="0"/>
              <a:t>Grano fino: registrar el procesamiento de un registro</a:t>
            </a:r>
            <a:endParaRPr lang="es-ES" sz="44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5400" dirty="0"/>
              <a:t>Registrar el grafo de pasos de transformación de datos.</a:t>
            </a:r>
            <a:endParaRPr lang="es-ES" sz="4800" dirty="0">
              <a:solidFill>
                <a:srgbClr val="000000"/>
              </a:solidFill>
              <a:latin typeface="Arial"/>
            </a:endParaRPr>
          </a:p>
          <a:p>
            <a:pPr marL="343080" indent="-343080">
              <a:spcBef>
                <a:spcPts val="7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s-ES" sz="5400" dirty="0"/>
              <a:t>Usado para análisis, depuración y bucles de retroalimentación</a:t>
            </a:r>
            <a:endParaRPr lang="es-ES" sz="48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2941839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6DE5F-038A-7F9E-BDEC-2EBE03CA6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DC0481E5-317B-95BC-4A08-A0EF328B2954}"/>
              </a:ext>
            </a:extLst>
          </p:cNvPr>
          <p:cNvSpPr/>
          <p:nvPr/>
        </p:nvSpPr>
        <p:spPr>
          <a:xfrm>
            <a:off x="16240722" y="9245973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6372B957-00D4-1E82-88A8-6D31BF5596A8}"/>
              </a:ext>
            </a:extLst>
          </p:cNvPr>
          <p:cNvGrpSpPr/>
          <p:nvPr/>
        </p:nvGrpSpPr>
        <p:grpSpPr>
          <a:xfrm>
            <a:off x="17896105" y="0"/>
            <a:ext cx="449045" cy="10287000"/>
            <a:chOff x="0" y="0"/>
            <a:chExt cx="598727" cy="13716000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40A205EF-9949-2817-1AE5-FE36F214ABA5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26F6DFBB-31FA-5961-5147-003741B7D3E9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D2AC71E5-E2BE-1E18-B164-4F6BC3819A95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C395D04B-899C-E90E-193D-6D24A5E27B3F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2C74FFF9-DA37-589B-5FA8-03AF17603E6E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D6CFD629-4911-EB07-C210-76FF03A67566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FAA867F7-78A7-102F-DA54-E9349F5C5A8E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D060A917-DD79-9B72-849F-61F9EE72E25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45800790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 rot="-10800000">
            <a:off x="10392303" y="0"/>
            <a:ext cx="7895697" cy="10287000"/>
            <a:chOff x="0" y="0"/>
            <a:chExt cx="2079525" cy="2709333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079525" cy="2709333"/>
            </a:xfrm>
            <a:custGeom>
              <a:avLst/>
              <a:gdLst/>
              <a:ahLst/>
              <a:cxnLst/>
              <a:rect l="l" t="t" r="r" b="b"/>
              <a:pathLst>
                <a:path w="2079525" h="2709333">
                  <a:moveTo>
                    <a:pt x="0" y="0"/>
                  </a:moveTo>
                  <a:lnTo>
                    <a:pt x="2079525" y="0"/>
                  </a:lnTo>
                  <a:lnTo>
                    <a:pt x="2079525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2079525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9562641" y="4953536"/>
            <a:ext cx="4777510" cy="4687932"/>
          </a:xfrm>
          <a:custGeom>
            <a:avLst/>
            <a:gdLst/>
            <a:ahLst/>
            <a:cxnLst/>
            <a:rect l="l" t="t" r="r" b="b"/>
            <a:pathLst>
              <a:path w="4777510" h="4687932">
                <a:moveTo>
                  <a:pt x="0" y="0"/>
                </a:moveTo>
                <a:lnTo>
                  <a:pt x="4777511" y="0"/>
                </a:lnTo>
                <a:lnTo>
                  <a:pt x="4777511" y="4687932"/>
                </a:lnTo>
                <a:lnTo>
                  <a:pt x="0" y="468793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sp>
        <p:nvSpPr>
          <p:cNvPr id="7" name="Freeform 7"/>
          <p:cNvSpPr/>
          <p:nvPr/>
        </p:nvSpPr>
        <p:spPr>
          <a:xfrm rot="-10800000">
            <a:off x="14340152" y="455568"/>
            <a:ext cx="4777510" cy="4687932"/>
          </a:xfrm>
          <a:custGeom>
            <a:avLst/>
            <a:gdLst/>
            <a:ahLst/>
            <a:cxnLst/>
            <a:rect l="l" t="t" r="r" b="b"/>
            <a:pathLst>
              <a:path w="4777510" h="4687932">
                <a:moveTo>
                  <a:pt x="0" y="0"/>
                </a:moveTo>
                <a:lnTo>
                  <a:pt x="4777510" y="0"/>
                </a:lnTo>
                <a:lnTo>
                  <a:pt x="4777510" y="4687932"/>
                </a:lnTo>
                <a:lnTo>
                  <a:pt x="0" y="468793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8" name="Group 8"/>
          <p:cNvGrpSpPr/>
          <p:nvPr/>
        </p:nvGrpSpPr>
        <p:grpSpPr>
          <a:xfrm rot="1460314">
            <a:off x="11000950" y="4587964"/>
            <a:ext cx="7356554" cy="1249125"/>
            <a:chOff x="0" y="0"/>
            <a:chExt cx="1937529" cy="32898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937528" cy="328988"/>
            </a:xfrm>
            <a:custGeom>
              <a:avLst/>
              <a:gdLst/>
              <a:ahLst/>
              <a:cxnLst/>
              <a:rect l="l" t="t" r="r" b="b"/>
              <a:pathLst>
                <a:path w="1937528" h="328988">
                  <a:moveTo>
                    <a:pt x="105238" y="0"/>
                  </a:moveTo>
                  <a:lnTo>
                    <a:pt x="1832290" y="0"/>
                  </a:lnTo>
                  <a:cubicBezTo>
                    <a:pt x="1860201" y="0"/>
                    <a:pt x="1886969" y="11088"/>
                    <a:pt x="1906705" y="30824"/>
                  </a:cubicBezTo>
                  <a:cubicBezTo>
                    <a:pt x="1926441" y="50560"/>
                    <a:pt x="1937528" y="77327"/>
                    <a:pt x="1937528" y="105238"/>
                  </a:cubicBezTo>
                  <a:lnTo>
                    <a:pt x="1937528" y="223749"/>
                  </a:lnTo>
                  <a:cubicBezTo>
                    <a:pt x="1937528" y="281871"/>
                    <a:pt x="1890412" y="328988"/>
                    <a:pt x="1832290" y="328988"/>
                  </a:cubicBezTo>
                  <a:lnTo>
                    <a:pt x="105238" y="328988"/>
                  </a:lnTo>
                  <a:cubicBezTo>
                    <a:pt x="77327" y="328988"/>
                    <a:pt x="50560" y="317900"/>
                    <a:pt x="30824" y="298164"/>
                  </a:cubicBezTo>
                  <a:cubicBezTo>
                    <a:pt x="11088" y="278428"/>
                    <a:pt x="0" y="251660"/>
                    <a:pt x="0" y="223749"/>
                  </a:cubicBezTo>
                  <a:lnTo>
                    <a:pt x="0" y="105238"/>
                  </a:lnTo>
                  <a:cubicBezTo>
                    <a:pt x="0" y="47117"/>
                    <a:pt x="47117" y="0"/>
                    <a:pt x="105238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O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1937529" cy="36708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2068637" y="3413680"/>
            <a:ext cx="6434234" cy="2520100"/>
            <a:chOff x="0" y="0"/>
            <a:chExt cx="8578979" cy="3360133"/>
          </a:xfrm>
        </p:grpSpPr>
        <p:grpSp>
          <p:nvGrpSpPr>
            <p:cNvPr id="12" name="Group 12"/>
            <p:cNvGrpSpPr/>
            <p:nvPr/>
          </p:nvGrpSpPr>
          <p:grpSpPr>
            <a:xfrm>
              <a:off x="0" y="0"/>
              <a:ext cx="8578979" cy="3360133"/>
              <a:chOff x="0" y="0"/>
              <a:chExt cx="582801" cy="228266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582801" cy="228266"/>
              </a:xfrm>
              <a:custGeom>
                <a:avLst/>
                <a:gdLst/>
                <a:ahLst/>
                <a:cxnLst/>
                <a:rect l="l" t="t" r="r" b="b"/>
                <a:pathLst>
                  <a:path w="582801" h="228266">
                    <a:moveTo>
                      <a:pt x="87467" y="0"/>
                    </a:moveTo>
                    <a:lnTo>
                      <a:pt x="495335" y="0"/>
                    </a:lnTo>
                    <a:cubicBezTo>
                      <a:pt x="543641" y="0"/>
                      <a:pt x="582801" y="39160"/>
                      <a:pt x="582801" y="87467"/>
                    </a:cubicBezTo>
                    <a:lnTo>
                      <a:pt x="582801" y="140800"/>
                    </a:lnTo>
                    <a:cubicBezTo>
                      <a:pt x="582801" y="189106"/>
                      <a:pt x="543641" y="228266"/>
                      <a:pt x="495335" y="228266"/>
                    </a:cubicBezTo>
                    <a:lnTo>
                      <a:pt x="87467" y="228266"/>
                    </a:lnTo>
                    <a:cubicBezTo>
                      <a:pt x="39160" y="228266"/>
                      <a:pt x="0" y="189106"/>
                      <a:pt x="0" y="140800"/>
                    </a:cubicBezTo>
                    <a:lnTo>
                      <a:pt x="0" y="87467"/>
                    </a:lnTo>
                    <a:cubicBezTo>
                      <a:pt x="0" y="39160"/>
                      <a:pt x="39160" y="0"/>
                      <a:pt x="87467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gradFill>
                  <a:gsLst>
                    <a:gs pos="0">
                      <a:srgbClr val="6B1374">
                        <a:alpha val="100000"/>
                      </a:srgbClr>
                    </a:gs>
                    <a:gs pos="33333">
                      <a:srgbClr val="700A89">
                        <a:alpha val="100000"/>
                      </a:srgbClr>
                    </a:gs>
                    <a:gs pos="66667">
                      <a:srgbClr val="C20052">
                        <a:alpha val="100000"/>
                      </a:srgbClr>
                    </a:gs>
                    <a:gs pos="100000">
                      <a:srgbClr val="FF0055">
                        <a:alpha val="100000"/>
                      </a:srgbClr>
                    </a:gs>
                  </a:gsLst>
                  <a:lin ang="2700000"/>
                </a:gradFill>
                <a:prstDash val="solid"/>
                <a:round/>
              </a:ln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0" y="-38100"/>
                <a:ext cx="582801" cy="26636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355297" y="630412"/>
              <a:ext cx="7868384" cy="20253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320"/>
                </a:lnSpc>
              </a:pPr>
              <a:r>
                <a:rPr lang="en-US" sz="2400" dirty="0">
                  <a:solidFill>
                    <a:srgbClr val="1F1F1D"/>
                  </a:solidFill>
                  <a:latin typeface="Poppins 2"/>
                  <a:ea typeface="Poppins 2"/>
                  <a:cs typeface="Poppins 2"/>
                  <a:sym typeface="Poppins 2"/>
                </a:rPr>
                <a:t>Juan Esteban Mejía Velásquez</a:t>
              </a:r>
            </a:p>
            <a:p>
              <a:pPr algn="ctr">
                <a:lnSpc>
                  <a:spcPts val="3600"/>
                </a:lnSpc>
              </a:pPr>
              <a:r>
                <a:rPr lang="en-US" sz="2000" dirty="0" err="1">
                  <a:solidFill>
                    <a:srgbClr val="1F1F1D"/>
                  </a:solidFill>
                  <a:latin typeface="Poppins 3"/>
                  <a:ea typeface="Poppins 3"/>
                  <a:cs typeface="Poppins 3"/>
                  <a:sym typeface="Poppins 3"/>
                </a:rPr>
                <a:t>Docente</a:t>
              </a:r>
              <a:endParaRPr lang="en-US" sz="2000" dirty="0">
                <a:solidFill>
                  <a:srgbClr val="1F1F1D"/>
                </a:solidFill>
                <a:latin typeface="Poppins 3"/>
                <a:ea typeface="Poppins 3"/>
                <a:cs typeface="Poppins 3"/>
                <a:sym typeface="Poppins 3"/>
              </a:endParaRPr>
            </a:p>
            <a:p>
              <a:pPr algn="ctr">
                <a:lnSpc>
                  <a:spcPts val="4320"/>
                </a:lnSpc>
              </a:pPr>
              <a:r>
                <a:rPr lang="en-US" sz="2400" u="sng" dirty="0">
                  <a:solidFill>
                    <a:srgbClr val="1F1F1D"/>
                  </a:solidFill>
                  <a:latin typeface="Poppins 3"/>
                  <a:ea typeface="Poppins 3"/>
                  <a:cs typeface="Poppins 3"/>
                  <a:sym typeface="Poppins 3"/>
                  <a:hlinkClick r:id="rId4" tooltip="mailto:eduardo.tamayo@enyoi.co"/>
                </a:rPr>
                <a:t>Nombre.apellido@enyoi.co</a:t>
              </a:r>
            </a:p>
          </p:txBody>
        </p:sp>
      </p:grpSp>
      <p:sp>
        <p:nvSpPr>
          <p:cNvPr id="16" name="Freeform 16">
            <a:hlinkClick r:id="rId5" tooltip="https://wa.me/573206649412"/>
          </p:cNvPr>
          <p:cNvSpPr/>
          <p:nvPr/>
        </p:nvSpPr>
        <p:spPr>
          <a:xfrm>
            <a:off x="2068637" y="6536925"/>
            <a:ext cx="360000" cy="332550"/>
          </a:xfrm>
          <a:custGeom>
            <a:avLst/>
            <a:gdLst/>
            <a:ahLst/>
            <a:cxnLst/>
            <a:rect l="l" t="t" r="r" b="b"/>
            <a:pathLst>
              <a:path w="360000" h="332550">
                <a:moveTo>
                  <a:pt x="0" y="0"/>
                </a:moveTo>
                <a:lnTo>
                  <a:pt x="360000" y="0"/>
                </a:lnTo>
                <a:lnTo>
                  <a:pt x="360000" y="332550"/>
                </a:lnTo>
                <a:lnTo>
                  <a:pt x="0" y="33255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sp>
        <p:nvSpPr>
          <p:cNvPr id="17" name="Freeform 17">
            <a:hlinkClick r:id="rId8" tooltip="https://www.instagram.com/enyoi.co/"/>
          </p:cNvPr>
          <p:cNvSpPr/>
          <p:nvPr/>
        </p:nvSpPr>
        <p:spPr>
          <a:xfrm>
            <a:off x="5758126" y="6535688"/>
            <a:ext cx="360000" cy="360000"/>
          </a:xfrm>
          <a:custGeom>
            <a:avLst/>
            <a:gdLst/>
            <a:ahLst/>
            <a:cxnLst/>
            <a:rect l="l" t="t" r="r" b="b"/>
            <a:pathLst>
              <a:path w="360000" h="360000">
                <a:moveTo>
                  <a:pt x="0" y="0"/>
                </a:moveTo>
                <a:lnTo>
                  <a:pt x="360000" y="0"/>
                </a:lnTo>
                <a:lnTo>
                  <a:pt x="360000" y="360000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sp>
        <p:nvSpPr>
          <p:cNvPr id="18" name="Freeform 18">
            <a:hlinkClick r:id="rId11" tooltip="http://www.enyoi.co"/>
          </p:cNvPr>
          <p:cNvSpPr/>
          <p:nvPr/>
        </p:nvSpPr>
        <p:spPr>
          <a:xfrm>
            <a:off x="5775261" y="7145700"/>
            <a:ext cx="360000" cy="360000"/>
          </a:xfrm>
          <a:custGeom>
            <a:avLst/>
            <a:gdLst/>
            <a:ahLst/>
            <a:cxnLst/>
            <a:rect l="l" t="t" r="r" b="b"/>
            <a:pathLst>
              <a:path w="360000" h="360000">
                <a:moveTo>
                  <a:pt x="0" y="0"/>
                </a:moveTo>
                <a:lnTo>
                  <a:pt x="360000" y="0"/>
                </a:lnTo>
                <a:lnTo>
                  <a:pt x="360000" y="360000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sp>
        <p:nvSpPr>
          <p:cNvPr id="19" name="Freeform 19"/>
          <p:cNvSpPr/>
          <p:nvPr/>
        </p:nvSpPr>
        <p:spPr>
          <a:xfrm>
            <a:off x="2096214" y="7144126"/>
            <a:ext cx="332423" cy="332422"/>
          </a:xfrm>
          <a:custGeom>
            <a:avLst/>
            <a:gdLst/>
            <a:ahLst/>
            <a:cxnLst/>
            <a:rect l="l" t="t" r="r" b="b"/>
            <a:pathLst>
              <a:path w="332423" h="332422">
                <a:moveTo>
                  <a:pt x="0" y="0"/>
                </a:moveTo>
                <a:lnTo>
                  <a:pt x="332423" y="0"/>
                </a:lnTo>
                <a:lnTo>
                  <a:pt x="332423" y="332423"/>
                </a:lnTo>
                <a:lnTo>
                  <a:pt x="0" y="332423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sp>
        <p:nvSpPr>
          <p:cNvPr id="20" name="TextBox 20"/>
          <p:cNvSpPr txBox="1"/>
          <p:nvPr/>
        </p:nvSpPr>
        <p:spPr>
          <a:xfrm>
            <a:off x="6214196" y="7136825"/>
            <a:ext cx="1721048" cy="3397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1F1F1D"/>
                </a:solidFill>
                <a:latin typeface="Poppins 3"/>
                <a:ea typeface="Poppins 3"/>
                <a:cs typeface="Poppins 3"/>
                <a:sym typeface="Poppins 3"/>
                <a:hlinkClick r:id="rId11" tooltip="http://www.enyoi.co"/>
              </a:rPr>
              <a:t>www.enyoi.co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212929" y="6526813"/>
            <a:ext cx="1048048" cy="3397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1F1F1D"/>
                </a:solidFill>
                <a:latin typeface="Poppins 3"/>
                <a:ea typeface="Poppins 3"/>
                <a:cs typeface="Poppins 3"/>
                <a:sym typeface="Poppins 3"/>
                <a:hlinkClick r:id="rId8" tooltip="https://www.instagram.com/enyoi.co/"/>
              </a:rPr>
              <a:t>enyoi.co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520238" y="6526813"/>
            <a:ext cx="2467846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 dirty="0">
                <a:solidFill>
                  <a:srgbClr val="1F1F1D"/>
                </a:solidFill>
                <a:latin typeface="Poppins 3"/>
                <a:ea typeface="Poppins 3"/>
                <a:cs typeface="Poppins 3"/>
                <a:sym typeface="Poppins 3"/>
                <a:hlinkClick r:id="rId5" tooltip="https://wa.me/573206649412"/>
              </a:rPr>
              <a:t>+57 3016736729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520164" y="7136825"/>
            <a:ext cx="1048048" cy="3397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1F1F1D"/>
                </a:solidFill>
                <a:latin typeface="Poppins 3"/>
                <a:ea typeface="Poppins 3"/>
                <a:cs typeface="Poppins 3"/>
                <a:sym typeface="Poppins 3"/>
                <a:hlinkClick r:id="rId15" tooltip="https://www.tiktok.com/@enyoi.co"/>
              </a:rPr>
              <a:t>enyoi.co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2068637" y="7010382"/>
            <a:ext cx="2744745" cy="47625"/>
            <a:chOff x="0" y="0"/>
            <a:chExt cx="722896" cy="12543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722896" cy="12543"/>
            </a:xfrm>
            <a:custGeom>
              <a:avLst/>
              <a:gdLst/>
              <a:ahLst/>
              <a:cxnLst/>
              <a:rect l="l" t="t" r="r" b="b"/>
              <a:pathLst>
                <a:path w="722896" h="12543">
                  <a:moveTo>
                    <a:pt x="6272" y="0"/>
                  </a:moveTo>
                  <a:lnTo>
                    <a:pt x="716624" y="0"/>
                  </a:lnTo>
                  <a:cubicBezTo>
                    <a:pt x="718288" y="0"/>
                    <a:pt x="719883" y="661"/>
                    <a:pt x="721059" y="1837"/>
                  </a:cubicBezTo>
                  <a:cubicBezTo>
                    <a:pt x="722235" y="3013"/>
                    <a:pt x="722896" y="4608"/>
                    <a:pt x="722896" y="6272"/>
                  </a:cubicBezTo>
                  <a:lnTo>
                    <a:pt x="722896" y="6272"/>
                  </a:lnTo>
                  <a:cubicBezTo>
                    <a:pt x="722896" y="7935"/>
                    <a:pt x="722235" y="9530"/>
                    <a:pt x="721059" y="10706"/>
                  </a:cubicBezTo>
                  <a:cubicBezTo>
                    <a:pt x="719883" y="11882"/>
                    <a:pt x="718288" y="12543"/>
                    <a:pt x="716624" y="12543"/>
                  </a:cubicBezTo>
                  <a:lnTo>
                    <a:pt x="6272" y="12543"/>
                  </a:lnTo>
                  <a:cubicBezTo>
                    <a:pt x="4608" y="12543"/>
                    <a:pt x="3013" y="11882"/>
                    <a:pt x="1837" y="10706"/>
                  </a:cubicBezTo>
                  <a:cubicBezTo>
                    <a:pt x="661" y="9530"/>
                    <a:pt x="0" y="7935"/>
                    <a:pt x="0" y="6272"/>
                  </a:cubicBezTo>
                  <a:lnTo>
                    <a:pt x="0" y="6272"/>
                  </a:lnTo>
                  <a:cubicBezTo>
                    <a:pt x="0" y="4608"/>
                    <a:pt x="661" y="3013"/>
                    <a:pt x="1837" y="1837"/>
                  </a:cubicBezTo>
                  <a:cubicBezTo>
                    <a:pt x="3013" y="661"/>
                    <a:pt x="4608" y="0"/>
                    <a:pt x="6272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38100"/>
              <a:ext cx="722896" cy="5064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5758126" y="7010382"/>
            <a:ext cx="2744745" cy="47625"/>
            <a:chOff x="0" y="0"/>
            <a:chExt cx="722896" cy="12543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722896" cy="12543"/>
            </a:xfrm>
            <a:custGeom>
              <a:avLst/>
              <a:gdLst/>
              <a:ahLst/>
              <a:cxnLst/>
              <a:rect l="l" t="t" r="r" b="b"/>
              <a:pathLst>
                <a:path w="722896" h="12543">
                  <a:moveTo>
                    <a:pt x="6272" y="0"/>
                  </a:moveTo>
                  <a:lnTo>
                    <a:pt x="716624" y="0"/>
                  </a:lnTo>
                  <a:cubicBezTo>
                    <a:pt x="718288" y="0"/>
                    <a:pt x="719883" y="661"/>
                    <a:pt x="721059" y="1837"/>
                  </a:cubicBezTo>
                  <a:cubicBezTo>
                    <a:pt x="722235" y="3013"/>
                    <a:pt x="722896" y="4608"/>
                    <a:pt x="722896" y="6272"/>
                  </a:cubicBezTo>
                  <a:lnTo>
                    <a:pt x="722896" y="6272"/>
                  </a:lnTo>
                  <a:cubicBezTo>
                    <a:pt x="722896" y="7935"/>
                    <a:pt x="722235" y="9530"/>
                    <a:pt x="721059" y="10706"/>
                  </a:cubicBezTo>
                  <a:cubicBezTo>
                    <a:pt x="719883" y="11882"/>
                    <a:pt x="718288" y="12543"/>
                    <a:pt x="716624" y="12543"/>
                  </a:cubicBezTo>
                  <a:lnTo>
                    <a:pt x="6272" y="12543"/>
                  </a:lnTo>
                  <a:cubicBezTo>
                    <a:pt x="4608" y="12543"/>
                    <a:pt x="3013" y="11882"/>
                    <a:pt x="1837" y="10706"/>
                  </a:cubicBezTo>
                  <a:cubicBezTo>
                    <a:pt x="661" y="9530"/>
                    <a:pt x="0" y="7935"/>
                    <a:pt x="0" y="6272"/>
                  </a:cubicBezTo>
                  <a:lnTo>
                    <a:pt x="0" y="6272"/>
                  </a:lnTo>
                  <a:cubicBezTo>
                    <a:pt x="0" y="4608"/>
                    <a:pt x="661" y="3013"/>
                    <a:pt x="1837" y="1837"/>
                  </a:cubicBezTo>
                  <a:cubicBezTo>
                    <a:pt x="3013" y="661"/>
                    <a:pt x="4608" y="0"/>
                    <a:pt x="6272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38100"/>
              <a:ext cx="722896" cy="5064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pic>
        <p:nvPicPr>
          <p:cNvPr id="30" name="Google Shape;88;g2d7c13286f8_0_89">
            <a:extLst>
              <a:ext uri="{FF2B5EF4-FFF2-40B4-BE49-F238E27FC236}">
                <a16:creationId xmlns:a16="http://schemas.microsoft.com/office/drawing/2014/main" id="{F3EF8E1B-3B38-49F0-B0E1-90804987FDB4}"/>
              </a:ext>
            </a:extLst>
          </p:cNvPr>
          <p:cNvPicPr preferRelativeResize="0"/>
          <p:nvPr/>
        </p:nvPicPr>
        <p:blipFill rotWithShape="1">
          <a:blip r:embed="rId16">
            <a:alphaModFix/>
          </a:blip>
          <a:srcRect l="53990" t="15859" r="8554" b="69322"/>
          <a:stretch/>
        </p:blipFill>
        <p:spPr>
          <a:xfrm>
            <a:off x="5001939" y="578151"/>
            <a:ext cx="4721448" cy="1048052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Freeform 2">
            <a:extLst>
              <a:ext uri="{FF2B5EF4-FFF2-40B4-BE49-F238E27FC236}">
                <a16:creationId xmlns:a16="http://schemas.microsoft.com/office/drawing/2014/main" id="{8698B696-E24B-4998-B961-AC408298D752}"/>
              </a:ext>
            </a:extLst>
          </p:cNvPr>
          <p:cNvSpPr/>
          <p:nvPr/>
        </p:nvSpPr>
        <p:spPr>
          <a:xfrm>
            <a:off x="729281" y="455568"/>
            <a:ext cx="3004519" cy="1201808"/>
          </a:xfrm>
          <a:custGeom>
            <a:avLst/>
            <a:gdLst/>
            <a:ahLst/>
            <a:cxnLst/>
            <a:rect l="l" t="t" r="r" b="b"/>
            <a:pathLst>
              <a:path w="3457174" h="1382870">
                <a:moveTo>
                  <a:pt x="0" y="0"/>
                </a:moveTo>
                <a:lnTo>
                  <a:pt x="3457174" y="0"/>
                </a:lnTo>
                <a:lnTo>
                  <a:pt x="3457174" y="1382870"/>
                </a:lnTo>
                <a:lnTo>
                  <a:pt x="0" y="1382870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cd0e0202-030e-462a-aa27-6a6a82479e70" xsi:nil="true"/>
    <lcf76f155ced4ddcb4097134ff3c332f xmlns="6c275f7e-0654-4a6d-8904-2cca8e28e712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E0DDBAFD1725F409D01B56EA32EFDE3" ma:contentTypeVersion="7" ma:contentTypeDescription="Crear nuevo documento." ma:contentTypeScope="" ma:versionID="0e3a372f9aebe1af25825ebaa0c18744">
  <xsd:schema xmlns:xsd="http://www.w3.org/2001/XMLSchema" xmlns:xs="http://www.w3.org/2001/XMLSchema" xmlns:p="http://schemas.microsoft.com/office/2006/metadata/properties" xmlns:ns2="6c275f7e-0654-4a6d-8904-2cca8e28e712" xmlns:ns3="cd0e0202-030e-462a-aa27-6a6a82479e70" targetNamespace="http://schemas.microsoft.com/office/2006/metadata/properties" ma:root="true" ma:fieldsID="0eaab62a3d55c6ce655e721a70c7681c" ns2:_="" ns3:_="">
    <xsd:import namespace="6c275f7e-0654-4a6d-8904-2cca8e28e712"/>
    <xsd:import namespace="cd0e0202-030e-462a-aa27-6a6a82479e70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c275f7e-0654-4a6d-8904-2cca8e28e712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Etiquetas de imagen" ma:readOnly="false" ma:fieldId="{5cf76f15-5ced-4ddc-b409-7134ff3c332f}" ma:taxonomyMulti="true" ma:sspId="39d08eb0-6654-4c6a-ad6e-6625fbda6bf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d0e0202-030e-462a-aa27-6a6a82479e70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821bf81b-0d50-4df5-8eec-576b1a7382f6}" ma:internalName="TaxCatchAll" ma:showField="CatchAllData" ma:web="cd0e0202-030e-462a-aa27-6a6a82479e7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6E0BB8D-833E-4C50-9216-ACEFA67B89FD}">
  <ds:schemaRefs>
    <ds:schemaRef ds:uri="http://purl.org/dc/dcmitype/"/>
    <ds:schemaRef ds:uri="http://schemas.microsoft.com/office/2006/metadata/properties"/>
    <ds:schemaRef ds:uri="http://purl.org/dc/terms/"/>
    <ds:schemaRef ds:uri="http://www.w3.org/XML/1998/namespace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cd0e0202-030e-462a-aa27-6a6a82479e70"/>
    <ds:schemaRef ds:uri="6c275f7e-0654-4a6d-8904-2cca8e28e712"/>
  </ds:schemaRefs>
</ds:datastoreItem>
</file>

<file path=customXml/itemProps2.xml><?xml version="1.0" encoding="utf-8"?>
<ds:datastoreItem xmlns:ds="http://schemas.openxmlformats.org/officeDocument/2006/customXml" ds:itemID="{5A23B340-D820-43E7-9E27-6EAE6AACC61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CB2B6EA-D349-4B2F-B929-6B75BC50FCA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c275f7e-0654-4a6d-8904-2cca8e28e712"/>
    <ds:schemaRef ds:uri="cd0e0202-030e-462a-aa27-6a6a82479e7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5348</TotalTime>
  <Words>5199</Words>
  <Application>Microsoft Office PowerPoint</Application>
  <PresentationFormat>Personalizado</PresentationFormat>
  <Paragraphs>668</Paragraphs>
  <Slides>88</Slides>
  <Notes>0</Notes>
  <HiddenSlides>0</HiddenSlides>
  <MMClips>0</MMClips>
  <ScaleCrop>false</ScaleCrop>
  <HeadingPairs>
    <vt:vector size="8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Servidores OLE incrustados</vt:lpstr>
      </vt:variant>
      <vt:variant>
        <vt:i4>1</vt:i4>
      </vt:variant>
      <vt:variant>
        <vt:lpstr>Títulos de diapositiva</vt:lpstr>
      </vt:variant>
      <vt:variant>
        <vt:i4>88</vt:i4>
      </vt:variant>
    </vt:vector>
  </HeadingPairs>
  <TitlesOfParts>
    <vt:vector size="96" baseType="lpstr">
      <vt:lpstr>Poppins</vt:lpstr>
      <vt:lpstr>Poppins 2</vt:lpstr>
      <vt:lpstr>Arial</vt:lpstr>
      <vt:lpstr>Poppins 3</vt:lpstr>
      <vt:lpstr>Calibri</vt:lpstr>
      <vt:lpstr>Poppins 1 Bold</vt:lpstr>
      <vt:lpstr>Office Theme</vt:lpstr>
      <vt:lpstr>Microsoft Word Document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Enyoi ChildTech - Pitch final</dc:title>
  <dc:creator>Administrador</dc:creator>
  <cp:lastModifiedBy>Juan Esteban Mejia Velasquez</cp:lastModifiedBy>
  <cp:revision>21</cp:revision>
  <dcterms:created xsi:type="dcterms:W3CDTF">2006-08-16T00:00:00Z</dcterms:created>
  <dcterms:modified xsi:type="dcterms:W3CDTF">2026-03-06T12:09:01Z</dcterms:modified>
  <dc:identifier>DAGn2ZVma2Y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0x0101009E0DDBAFD1725F409D01B56EA32EFDE3</vt:lpwstr>
  </property>
  <property fmtid="{D5CDD505-2E9C-101B-9397-08002B2CF9AE}" pid="3" name="MediaServiceImageTags">
    <vt:lpwstr/>
  </property>
  <property fmtid="{D5CDD505-2E9C-101B-9397-08002B2CF9AE}" pid="4" name="xd_ProgID">
    <vt:lpwstr/>
  </property>
  <property fmtid="{D5CDD505-2E9C-101B-9397-08002B2CF9AE}" pid="5" name="ComplianceAssetId">
    <vt:lpwstr/>
  </property>
  <property fmtid="{D5CDD505-2E9C-101B-9397-08002B2CF9AE}" pid="6" name="TemplateUrl">
    <vt:lpwstr/>
  </property>
  <property fmtid="{D5CDD505-2E9C-101B-9397-08002B2CF9AE}" pid="7" name="_ExtendedDescription">
    <vt:lpwstr/>
  </property>
  <property fmtid="{D5CDD505-2E9C-101B-9397-08002B2CF9AE}" pid="8" name="TriggerFlowInfo">
    <vt:lpwstr/>
  </property>
  <property fmtid="{D5CDD505-2E9C-101B-9397-08002B2CF9AE}" pid="9" name="xd_Signature">
    <vt:bool>false</vt:bool>
  </property>
  <property fmtid="{D5CDD505-2E9C-101B-9397-08002B2CF9AE}" pid="10" name="GUID">
    <vt:lpwstr>5a9a97e6-a690-4e83-b95e-999d38ef2ce5</vt:lpwstr>
  </property>
  <property fmtid="{D5CDD505-2E9C-101B-9397-08002B2CF9AE}" pid="11" name="SharedWithUsers">
    <vt:lpwstr/>
  </property>
</Properties>
</file>